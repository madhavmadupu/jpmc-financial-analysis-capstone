
<file path=[Content_Types].xml><?xml version="1.0" encoding="utf-8"?>
<Types xmlns="http://schemas.openxmlformats.org/package/2006/content-types">
  <Default Extension="tmp" ContentType="image/png"/>
  <Default Extension="png" ContentType="image/png"/>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sldIdLst>
    <p:sldId id="256" r:id="rId2"/>
    <p:sldId id="258" r:id="rId3"/>
  </p:sldIdLst>
  <p:sldSz cx="10688638" cy="7562850"/>
  <p:notesSz cx="6858000" cy="9144000"/>
  <p:custDataLst>
    <p:tags r:id="rId4"/>
  </p:custDataLst>
  <p:defaultTextStyle>
    <a:defPPr>
      <a:defRPr lang="fr-FR"/>
    </a:defPPr>
    <a:lvl1pPr marL="0" algn="l" defTabSz="914400" rtl="0" eaLnBrk="1" latinLnBrk="0" hangingPunct="1">
      <a:defRPr lang="en-US" sz="1100" kern="1200">
        <a:solidFill>
          <a:schemeClr val="tx1"/>
        </a:solidFill>
        <a:latin typeface="+mn-lt"/>
        <a:ea typeface="+mn-ea"/>
        <a:cs typeface="+mn-cs"/>
      </a:defRPr>
    </a:lvl1pPr>
    <a:lvl2pPr marL="457200" algn="l" defTabSz="914400" rtl="0" eaLnBrk="1" latinLnBrk="0" hangingPunct="1">
      <a:defRPr lang="en-US" sz="1100" kern="1200">
        <a:solidFill>
          <a:schemeClr val="tx1"/>
        </a:solidFill>
        <a:latin typeface="+mn-lt"/>
        <a:ea typeface="+mn-ea"/>
        <a:cs typeface="+mn-cs"/>
      </a:defRPr>
    </a:lvl2pPr>
    <a:lvl3pPr marL="914400" algn="l" defTabSz="914400" rtl="0" eaLnBrk="1" latinLnBrk="0" hangingPunct="1">
      <a:defRPr lang="en-US" sz="1100" kern="1200">
        <a:solidFill>
          <a:schemeClr val="tx1"/>
        </a:solidFill>
        <a:latin typeface="+mn-lt"/>
        <a:ea typeface="+mn-ea"/>
        <a:cs typeface="+mn-cs"/>
      </a:defRPr>
    </a:lvl3pPr>
    <a:lvl4pPr marL="1371600" algn="l" defTabSz="914400" rtl="0" eaLnBrk="1" latinLnBrk="0" hangingPunct="1">
      <a:defRPr lang="en-US" sz="1100" kern="1200">
        <a:solidFill>
          <a:schemeClr val="tx1"/>
        </a:solidFill>
        <a:latin typeface="+mn-lt"/>
        <a:ea typeface="+mn-ea"/>
        <a:cs typeface="+mn-cs"/>
      </a:defRPr>
    </a:lvl4pPr>
    <a:lvl5pPr marL="1828800" algn="l" defTabSz="914400" rtl="0" eaLnBrk="1" latinLnBrk="0" hangingPunct="1">
      <a:defRPr lang="en-US" sz="11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02" userDrawn="1">
          <p15:clr>
            <a:srgbClr val="A4A3A4"/>
          </p15:clr>
        </p15:guide>
        <p15:guide id="2" orient="horz" pos="1192" userDrawn="1">
          <p15:clr>
            <a:srgbClr val="A4A3A4"/>
          </p15:clr>
        </p15:guide>
        <p15:guide id="3" orient="horz" pos="2432" userDrawn="1">
          <p15:clr>
            <a:srgbClr val="A4A3A4"/>
          </p15:clr>
        </p15:guide>
        <p15:guide id="4" orient="horz" pos="2777" userDrawn="1">
          <p15:clr>
            <a:srgbClr val="A4A3A4"/>
          </p15:clr>
        </p15:guide>
        <p15:guide id="5" orient="horz" pos="4015" userDrawn="1">
          <p15:clr>
            <a:srgbClr val="A4A3A4"/>
          </p15:clr>
        </p15:guide>
        <p15:guide id="6" orient="horz" pos="4160" userDrawn="1">
          <p15:clr>
            <a:srgbClr val="A4A3A4"/>
          </p15:clr>
        </p15:guide>
        <p15:guide id="7" pos="501" userDrawn="1">
          <p15:clr>
            <a:srgbClr val="A4A3A4"/>
          </p15:clr>
        </p15:guide>
        <p15:guide id="8" pos="3197" userDrawn="1">
          <p15:clr>
            <a:srgbClr val="A4A3A4"/>
          </p15:clr>
        </p15:guide>
        <p15:guide id="9" pos="3542" userDrawn="1">
          <p15:clr>
            <a:srgbClr val="A4A3A4"/>
          </p15:clr>
        </p15:guide>
        <p15:guide id="10" pos="62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8800"/>
    <a:srgbClr val="FFE3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F6702A1-A54F-4802-A9EC-B28C02EDC1F7}" styleName="Roadmap">
    <a:wholeTbl>
      <a:tcTxStyle b="off" i="off">
        <a:fontRef idx="minor">
          <a:prstClr val="black"/>
        </a:fontRef>
        <a:schemeClr val="tx2"/>
      </a:tcTxStyle>
      <a:tcStyle>
        <a:tcBdr>
          <a:left>
            <a:ln w="0" cmpd="sng">
              <a:solidFill>
                <a:srgbClr val="E9E7E5"/>
              </a:solidFill>
            </a:ln>
          </a:left>
          <a:right>
            <a:ln w="0" cmpd="sng">
              <a:solidFill>
                <a:srgbClr val="E9E7E5"/>
              </a:solidFill>
            </a:ln>
          </a:right>
          <a:top>
            <a:ln w="0" cmpd="sng">
              <a:solidFill>
                <a:srgbClr val="E9E7E5"/>
              </a:solidFill>
            </a:ln>
          </a:top>
          <a:bottom>
            <a:ln w="0" cmpd="sng">
              <a:solidFill>
                <a:srgbClr val="E9E7E5"/>
              </a:solidFill>
            </a:ln>
          </a:bottom>
          <a:insideH>
            <a:ln>
              <a:noFill/>
            </a:ln>
          </a:insideH>
          <a:insideV>
            <a:ln w="57150" cmpd="sng">
              <a:solidFill>
                <a:srgbClr val="FFFFFF"/>
              </a:solidFill>
            </a:ln>
          </a:insideV>
        </a:tcBdr>
        <a:fill>
          <a:solidFill>
            <a:srgbClr val="E9E7E5"/>
          </a:solidFill>
        </a:fill>
      </a:tcStyle>
    </a:wholeTbl>
    <a:firstCol>
      <a:tcTxStyle>
        <a:fontRef idx="minor">
          <a:prstClr val="black"/>
        </a:fontRef>
        <a:schemeClr val="bg1"/>
      </a:tcTxStyle>
      <a:tcStyle>
        <a:tcBdr/>
        <a:fill>
          <a:solidFill>
            <a:schemeClr val="accent1"/>
          </a:solidFill>
        </a:fill>
      </a:tcStyle>
    </a:firstCol>
    <a:firstRow>
      <a:tcTxStyle>
        <a:fontRef idx="minor">
          <a:prstClr val="black"/>
        </a:fontRef>
        <a:schemeClr val="bg1"/>
      </a:tcTxStyle>
      <a:tcStyle>
        <a:tcBdr>
          <a:insideH>
            <a:ln w="57150" cmpd="sng">
              <a:solidFill>
                <a:srgbClr val="FFFFFF"/>
              </a:solidFill>
            </a:ln>
          </a:insideH>
          <a:insideV>
            <a:ln w="57150" cmpd="sng">
              <a:solidFill>
                <a:srgbClr val="FFFFFF"/>
              </a:solidFill>
            </a:ln>
          </a:insideV>
        </a:tcBdr>
        <a:fill>
          <a:solidFill>
            <a:schemeClr val="accent1"/>
          </a:solidFill>
        </a:fill>
      </a:tcStyle>
    </a:firstRow>
  </a:tblStyle>
  <a:tblStyle styleId="{C679532D-8790-4F43-B145-F427FA289644}" styleName="Timetable">
    <a:wholeTbl>
      <a:tcTxStyle b="off" i="off">
        <a:fontRef idx="minor">
          <a:prstClr val="black"/>
        </a:fontRef>
        <a:schemeClr val="tx2"/>
      </a:tcTxStyle>
      <a:tcStyle>
        <a:tcBdr>
          <a:left>
            <a:ln>
              <a:noFill/>
            </a:ln>
          </a:left>
          <a:right>
            <a:ln>
              <a:noFill/>
            </a:ln>
          </a:right>
          <a:top>
            <a:ln>
              <a:noFill/>
            </a:ln>
          </a:top>
          <a:bottom>
            <a:ln>
              <a:noFill/>
            </a:ln>
          </a:bottom>
          <a:insideH>
            <a:ln w="6355" cmpd="sng">
              <a:solidFill>
                <a:srgbClr val="FFFFFF"/>
              </a:solidFill>
            </a:ln>
          </a:insideH>
          <a:insideV>
            <a:ln w="6355" cmpd="sng">
              <a:solidFill>
                <a:srgbClr val="FFFFFF"/>
              </a:solidFill>
            </a:ln>
          </a:insideV>
        </a:tcBdr>
        <a:fill>
          <a:noFill/>
        </a:fill>
      </a:tcStyle>
    </a:wholeTbl>
    <a:band1V>
      <a:tcStyle>
        <a:tcBdr/>
        <a:fill>
          <a:noFill/>
        </a:fill>
      </a:tcStyle>
    </a:band1V>
    <a:band2V>
      <a:tcStyle>
        <a:tcBdr/>
        <a:fill>
          <a:solidFill>
            <a:srgbClr val="D9D5CD"/>
          </a:solidFill>
        </a:fill>
      </a:tcStyle>
    </a:band2V>
    <a:firstCol>
      <a:tcTxStyle>
        <a:fontRef idx="minor">
          <a:prstClr val="black"/>
        </a:fontRef>
        <a:schemeClr val="bg1"/>
      </a:tcTxStyle>
      <a:tcStyle>
        <a:tcBdr/>
        <a:fill>
          <a:solidFill>
            <a:schemeClr val="bg2"/>
          </a:solidFill>
        </a:fill>
      </a:tcStyle>
    </a:firstCol>
    <a:firstRow>
      <a:tcTxStyle>
        <a:fontRef idx="minor">
          <a:prstClr val="black"/>
        </a:fontRef>
        <a:schemeClr val="bg1"/>
      </a:tcTxStyle>
      <a:tcStyle>
        <a:tcBdr/>
        <a:fill>
          <a:solidFill>
            <a:schemeClr val="bg2"/>
          </a:solidFill>
        </a:fill>
      </a:tcStyle>
    </a:firstRow>
  </a:tblStyle>
  <a:tblStyle styleId="{640930CC-2DD5-4645-9BF9-1F0F6B9BBA25}" styleName="Standard">
    <a:wholeTbl>
      <a:tcTxStyle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lastRow>
      <a:tcTxStyle>
        <a:fontRef idx="minor">
          <a:prstClr val="black"/>
        </a:fontRef>
        <a:schemeClr val="tx2"/>
      </a:tcTxStyle>
      <a:tcStyle>
        <a:tcBdr>
          <a:bottom>
            <a:ln w="6355" cmpd="sng">
              <a:solidFill>
                <a:schemeClr val="tx2"/>
              </a:solidFill>
            </a:ln>
          </a:bottom>
        </a:tcBdr>
        <a:fill>
          <a:noFill/>
        </a:fill>
      </a:tcStyle>
    </a:lastRow>
    <a:firstRow>
      <a:tcTxStyle b="on">
        <a:fontRef idx="minor">
          <a:prstClr val="black"/>
        </a:fontRef>
        <a:schemeClr val="tx2"/>
      </a:tcTxStyle>
      <a:tcStyle>
        <a:tcBdr>
          <a:bottom>
            <a:ln w="6355" cmpd="sng">
              <a:solidFill>
                <a:schemeClr val="tx2"/>
              </a:solidFill>
            </a:ln>
          </a:bottom>
        </a:tcBdr>
        <a:fill>
          <a:noFill/>
        </a:fill>
      </a:tcStyle>
    </a:firstRow>
  </a:tblStyle>
  <a:tblStyle styleId="{0582B0D9-9874-4C26-850A-993D2AA39D9F}" styleName="Blank">
    <a:wholeTbl>
      <a:tcTxStyle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firstRow>
      <a:tcTxStyle b="on">
        <a:fontRef idx="minor">
          <a:prstClr val="black"/>
        </a:fontRef>
        <a:schemeClr val="tx2"/>
      </a:tcTxStyle>
      <a:tcStyle>
        <a:tcBdr>
          <a:bottom>
            <a:ln w="6355" cmpd="sng">
              <a:solidFill>
                <a:schemeClr val="tx2"/>
              </a:solidFill>
            </a:ln>
          </a:bottom>
        </a:tcBdr>
        <a:fill>
          <a:noFill/>
        </a:fill>
      </a:tcStyle>
    </a:firstRow>
  </a:tblStyle>
  <a:tblStyle styleId="{F3359BF5-DAE9-4BDB-B8C4-06CAF9B8A900}" styleName="Agenda">
    <a:wholeTbl>
      <a:tcTxStyle b="off" i="off">
        <a:fontRef idx="minor">
          <a:prstClr val="black"/>
        </a:fontRef>
        <a:schemeClr val="bg2"/>
      </a:tcTxStyle>
      <a:tcStyle>
        <a:tcBdr>
          <a:left>
            <a:ln>
              <a:noFill/>
            </a:ln>
          </a:left>
          <a:right>
            <a:ln>
              <a:noFill/>
            </a:ln>
          </a:right>
          <a:top>
            <a:ln>
              <a:noFill/>
            </a:ln>
          </a:top>
          <a:bottom>
            <a:ln>
              <a:noFill/>
            </a:ln>
          </a:bottom>
          <a:insideH>
            <a:ln w="6350" cmpd="sng">
              <a:solidFill>
                <a:srgbClr val="AFB1B3"/>
              </a:solidFill>
              <a:prstDash val="solid"/>
            </a:ln>
          </a:insideH>
          <a:insideV>
            <a:ln>
              <a:noFill/>
            </a:ln>
          </a:insideV>
        </a:tcBdr>
        <a:fill>
          <a:noFill/>
        </a:fill>
      </a:tcStyle>
    </a:wholeTbl>
    <a:lastRow>
      <a:tcTxStyle>
        <a:fontRef idx="minor">
          <a:prstClr val="black"/>
        </a:fontRef>
        <a:schemeClr val="bg2"/>
      </a:tcTxStyle>
      <a:tcStyle>
        <a:tcBdr>
          <a:bottom>
            <a:ln w="6350" cmpd="sng">
              <a:solidFill>
                <a:srgbClr val="AFB1B3"/>
              </a:solidFill>
              <a:prstDash val="solid"/>
            </a:ln>
          </a:bottom>
        </a:tcBdr>
        <a:fill>
          <a:noFill/>
        </a:fill>
      </a:tcStyle>
    </a:lastRow>
    <a:firstRow>
      <a:tcTxStyle>
        <a:fontRef idx="minor">
          <a:prstClr val="black"/>
        </a:fontRef>
        <a:schemeClr val="bg2"/>
      </a:tcTxStyle>
      <a:tcStyle>
        <a:tcBdr>
          <a:top>
            <a:ln w="6350" cmpd="sng">
              <a:solidFill>
                <a:srgbClr val="AFB1B3"/>
              </a:solidFill>
              <a:prstDash val="solid"/>
            </a:ln>
          </a:top>
        </a:tcBdr>
        <a:fill>
          <a:noFill/>
        </a:fill>
      </a:tcStyle>
    </a:firstRow>
  </a:tblStyle>
  <a:tblStyle styleId="{0CAB58E7-5CDE-43C6-A48B-3C2A836B0257}" styleName="League">
    <a:wholeTbl>
      <a:tcTxStyle i="off">
        <a:fontRef idx="minor">
          <a:prstClr val="black"/>
        </a:fontRef>
        <a:schemeClr val="tx2"/>
      </a:tcTxStyle>
      <a:tcStyle>
        <a:tcBdr>
          <a:left>
            <a:ln>
              <a:noFill/>
            </a:ln>
          </a:left>
          <a:right>
            <a:ln>
              <a:noFill/>
            </a:ln>
          </a:right>
          <a:top>
            <a:ln>
              <a:noFill/>
            </a:ln>
          </a:top>
          <a:bottom>
            <a:ln>
              <a:noFill/>
            </a:ln>
          </a:bottom>
          <a:insideH>
            <a:ln>
              <a:noFill/>
            </a:ln>
          </a:insideH>
          <a:insideV>
            <a:ln>
              <a:noFill/>
            </a:ln>
          </a:insideV>
        </a:tcBdr>
        <a:fill>
          <a:noFill/>
        </a:fill>
      </a:tcStyle>
    </a:wholeTbl>
    <a:lastRow>
      <a:tcTxStyle>
        <a:schemeClr val="tx2"/>
      </a:tcTxStyle>
      <a:tcStyle>
        <a:tcBdr>
          <a:bottom>
            <a:ln w="6355" cmpd="sng">
              <a:solidFill>
                <a:schemeClr val="tx2"/>
              </a:solidFill>
            </a:ln>
          </a:bottom>
        </a:tcBdr>
        <a:fill>
          <a:noFill/>
        </a:fill>
      </a:tcStyle>
    </a:lastRow>
    <a:firstRow>
      <a:tcTxStyle b="on">
        <a:schemeClr val="tx2"/>
      </a:tcTxStyle>
      <a:tcStyle>
        <a:tcBdr>
          <a:bottom>
            <a:ln w="6355" cmpd="sng">
              <a:solidFill>
                <a:schemeClr val="tx2"/>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napToObjects="1">
      <p:cViewPr varScale="1">
        <p:scale>
          <a:sx n="96" d="100"/>
          <a:sy n="96" d="100"/>
        </p:scale>
        <p:origin x="586" y="77"/>
      </p:cViewPr>
      <p:guideLst>
        <p:guide orient="horz" pos="1002"/>
        <p:guide orient="horz" pos="1192"/>
        <p:guide orient="horz" pos="2432"/>
        <p:guide orient="horz" pos="2777"/>
        <p:guide orient="horz" pos="4015"/>
        <p:guide orient="horz" pos="4160"/>
        <p:guide pos="501"/>
        <p:guide pos="3197"/>
        <p:guide pos="3542"/>
        <p:guide pos="62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tmp"/><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age A">
    <p:spTree>
      <p:nvGrpSpPr>
        <p:cNvPr id="1" name=""/>
        <p:cNvGrpSpPr/>
        <p:nvPr/>
      </p:nvGrpSpPr>
      <p:grpSpPr>
        <a:xfrm>
          <a:off x="0" y="0"/>
          <a:ext cx="0" cy="0"/>
          <a:chOff x="0" y="0"/>
          <a:chExt cx="0" cy="0"/>
        </a:xfrm>
      </p:grpSpPr>
      <p:sp>
        <p:nvSpPr>
          <p:cNvPr id="3" name="PlaceholderTitle"/>
          <p:cNvSpPr>
            <a:spLocks noGrp="1"/>
          </p:cNvSpPr>
          <p:nvPr>
            <p:ph type="title" idx="10" hasCustomPrompt="1"/>
          </p:nvPr>
        </p:nvSpPr>
        <p:spPr>
          <a:xfrm>
            <a:off x="795528" y="1709928"/>
            <a:ext cx="9107424" cy="1554480"/>
          </a:xfrm>
        </p:spPr>
        <p:txBody>
          <a:bodyPr vert="horz" wrap="square" lIns="0" tIns="0" rIns="0" bIns="0" anchor="b">
            <a:spAutoFit/>
          </a:bodyPr>
          <a:lstStyle>
            <a:lvl1pPr algn="l">
              <a:lnSpc>
                <a:spcPct val="110000"/>
              </a:lnSpc>
              <a:spcBef>
                <a:spcPct val="9500"/>
              </a:spcBef>
              <a:buFontTx/>
              <a:buNone/>
              <a:defRPr sz="2400" b="0" i="0">
                <a:solidFill>
                  <a:schemeClr val="tx2"/>
                </a:solidFill>
                <a:latin typeface="Arial" panose="020B0604020202020204" pitchFamily="34" charset="0"/>
              </a:defRPr>
            </a:lvl1pPr>
          </a:lstStyle>
          <a:p>
            <a:r>
              <a:rPr lang="en-US"/>
              <a:t>[Presentation title]</a:t>
            </a:r>
          </a:p>
        </p:txBody>
      </p:sp>
      <p:cxnSp>
        <p:nvCxnSpPr>
          <p:cNvPr id="4" name="Straight Connector 3"/>
          <p:cNvCxnSpPr/>
          <p:nvPr userDrawn="1"/>
        </p:nvCxnSpPr>
        <p:spPr>
          <a:xfrm>
            <a:off x="795528" y="658368"/>
            <a:ext cx="910742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PlaceholderSubtitle"/>
          <p:cNvSpPr>
            <a:spLocks noGrp="1"/>
          </p:cNvSpPr>
          <p:nvPr>
            <p:ph type="subTitle" idx="11" hasCustomPrompt="1"/>
          </p:nvPr>
        </p:nvSpPr>
        <p:spPr>
          <a:xfrm>
            <a:off x="795528" y="3493008"/>
            <a:ext cx="3008376" cy="365760"/>
          </a:xfrm>
        </p:spPr>
        <p:txBody>
          <a:bodyPr vert="horz" wrap="none" lIns="0" tIns="0" rIns="0" bIns="0" anchor="t">
            <a:noAutofit/>
          </a:bodyPr>
          <a:lstStyle>
            <a:lvl1pPr marL="0" indent="0" algn="l">
              <a:spcBef>
                <a:spcPts val="10"/>
              </a:spcBef>
              <a:buFontTx/>
              <a:buNone/>
              <a:defRPr sz="1400" b="1" i="0">
                <a:solidFill>
                  <a:schemeClr val="bg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sp>
        <p:nvSpPr>
          <p:cNvPr id="6" name="PresentationContact"/>
          <p:cNvSpPr>
            <a:spLocks noGrp="1"/>
          </p:cNvSpPr>
          <p:nvPr>
            <p:ph type="body" sz="quarter" idx="12" hasCustomPrompt="1"/>
          </p:nvPr>
        </p:nvSpPr>
        <p:spPr>
          <a:xfrm>
            <a:off x="795528" y="5641848"/>
            <a:ext cx="4114800" cy="914400"/>
          </a:xfrm>
          <a:prstGeom prst="rect">
            <a:avLst/>
          </a:prstGeom>
        </p:spPr>
        <p:txBody>
          <a:bodyPr vert="horz" wrap="square" lIns="0" tIns="36576" rIns="36576" bIns="36576" anchor="b">
            <a:noAutofit/>
          </a:bodyPr>
          <a:lstStyle>
            <a:lvl1pPr marL="3175" indent="0" algn="l">
              <a:lnSpc>
                <a:spcPct val="110000"/>
              </a:lnSpc>
              <a:spcBef>
                <a:spcPts val="910"/>
              </a:spcBef>
              <a:buFontTx/>
              <a:buNone/>
              <a:defRPr sz="1200" b="0" i="0">
                <a:solidFill>
                  <a:schemeClr val="tx1"/>
                </a:solidFill>
                <a:latin typeface="Arial" panose="020B0604020202020204" pitchFamily="34" charset="0"/>
              </a:defRPr>
            </a:lvl1pPr>
            <a:lvl2pPr marL="0" indent="0" algn="l">
              <a:buFontTx/>
              <a:buNone/>
              <a:defRPr sz="1200" b="0" i="0">
                <a:solidFill>
                  <a:schemeClr val="tx1"/>
                </a:solidFill>
                <a:latin typeface="Arial" panose="020B0604020202020204" pitchFamily="34" charset="0"/>
              </a:defRPr>
            </a:lvl2pPr>
            <a:lvl3pPr marL="210312" indent="0" algn="l">
              <a:buFontTx/>
              <a:buNone/>
              <a:defRPr sz="1200" b="0" i="0">
                <a:solidFill>
                  <a:schemeClr val="tx1"/>
                </a:solidFill>
                <a:latin typeface="Arial" panose="020B0604020202020204" pitchFamily="34" charset="0"/>
              </a:defRPr>
            </a:lvl3pPr>
            <a:lvl4pPr marL="420624" indent="0" algn="l">
              <a:buFontTx/>
              <a:buNone/>
              <a:defRPr sz="1200" b="0" i="0">
                <a:solidFill>
                  <a:schemeClr val="tx1"/>
                </a:solidFill>
                <a:latin typeface="Arial" panose="020B0604020202020204" pitchFamily="34" charset="0"/>
              </a:defRPr>
            </a:lvl4pPr>
            <a:lvl5pPr marL="649224" indent="0" algn="l">
              <a:buFontTx/>
              <a:buNone/>
              <a:defRPr sz="1200" b="0" i="0">
                <a:solidFill>
                  <a:schemeClr val="tx1"/>
                </a:solidFill>
                <a:latin typeface="Arial" panose="020B0604020202020204" pitchFamily="34" charset="0"/>
              </a:defRPr>
            </a:lvl5pPr>
          </a:lstStyle>
          <a:p>
            <a:pPr lvl="0"/>
            <a:r>
              <a:rPr lang="en-US"/>
              <a:t>Name, Title, Group</a:t>
            </a:r>
          </a:p>
        </p:txBody>
      </p:sp>
      <p:cxnSp>
        <p:nvCxnSpPr>
          <p:cNvPr id="7" name="Straight Connector 6"/>
          <p:cNvCxnSpPr/>
          <p:nvPr userDrawn="1"/>
        </p:nvCxnSpPr>
        <p:spPr>
          <a:xfrm>
            <a:off x="795528" y="660196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8" name="ConfidentialInternal"/>
          <p:cNvSpPr txBox="1"/>
          <p:nvPr userDrawn="1"/>
        </p:nvSpPr>
        <p:spPr>
          <a:xfrm>
            <a:off x="2724912" y="429768"/>
            <a:ext cx="7178040" cy="182880"/>
          </a:xfrm>
          <a:prstGeom prst="rect">
            <a:avLst/>
          </a:prstGeom>
          <a:noFill/>
        </p:spPr>
        <p:txBody>
          <a:bodyPr vert="horz" wrap="none" lIns="0" tIns="0" rIns="0" bIns="0" rtlCol="0" anchor="ctr">
            <a:noAutofit/>
          </a:bodyPr>
          <a:lstStyle/>
          <a:p>
            <a:pPr algn="r">
              <a:lnSpc>
                <a:spcPct val="110000"/>
              </a:lnSpc>
            </a:pPr>
            <a:r>
              <a:rPr lang="en-AU" sz="800" b="0" i="0" cap="all" spc="210" dirty="0">
                <a:solidFill>
                  <a:schemeClr val="tx2"/>
                </a:solidFill>
                <a:latin typeface="Arial" panose="020B0604020202020204" pitchFamily="34" charset="0"/>
              </a:rPr>
              <a:t>STRICTLY PRIVATE AND CONFIDENTIAL</a:t>
            </a:r>
          </a:p>
        </p:txBody>
      </p:sp>
      <p:sp>
        <p:nvSpPr>
          <p:cNvPr id="9" name="Confidential"/>
          <p:cNvSpPr txBox="1"/>
          <p:nvPr userDrawn="1"/>
        </p:nvSpPr>
        <p:spPr>
          <a:xfrm>
            <a:off x="475488" y="7027587"/>
            <a:ext cx="7178040" cy="227755"/>
          </a:xfrm>
          <a:prstGeom prst="rect">
            <a:avLst/>
          </a:prstGeom>
          <a:noFill/>
        </p:spPr>
        <p:txBody>
          <a:bodyPr vert="horz" wrap="square" lIns="0" tIns="45720" rIns="0" bIns="45720" rtlCol="0" anchor="ctr">
            <a:spAutoFit/>
          </a:bodyPr>
          <a:lstStyle/>
          <a:p>
            <a:pPr algn="r">
              <a:lnSpc>
                <a:spcPct val="110000"/>
              </a:lnSpc>
            </a:pPr>
            <a:endParaRPr lang="en-AU" sz="800" b="0" i="0" cap="all" spc="210" dirty="0">
              <a:solidFill>
                <a:schemeClr val="tx2"/>
              </a:solidFill>
              <a:latin typeface="Arial" panose="020B0604020202020204" pitchFamily="34" charset="0"/>
            </a:endParaRPr>
          </a:p>
        </p:txBody>
      </p:sp>
      <p:sp>
        <p:nvSpPr>
          <p:cNvPr id="10" name="PlaceholderDate"/>
          <p:cNvSpPr>
            <a:spLocks noGrp="1"/>
          </p:cNvSpPr>
          <p:nvPr>
            <p:ph type="body" sz="quarter" idx="13" hasCustomPrompt="1"/>
          </p:nvPr>
        </p:nvSpPr>
        <p:spPr>
          <a:xfrm>
            <a:off x="4096512" y="3493008"/>
            <a:ext cx="3008376" cy="365760"/>
          </a:xfrm>
          <a:prstGeom prst="rect">
            <a:avLst/>
          </a:prstGeom>
        </p:spPr>
        <p:txBody>
          <a:bodyPr vert="horz" wrap="none" lIns="0" tIns="0" rIns="0" bIns="0" anchor="t">
            <a:noAutofit/>
          </a:bodyPr>
          <a:lstStyle>
            <a:lvl1pPr marL="3175" indent="0" algn="l">
              <a:spcBef>
                <a:spcPts val="10"/>
              </a:spcBef>
              <a:buFontTx/>
              <a:buNone/>
              <a:defRPr sz="1400" b="0" i="0">
                <a:solidFill>
                  <a:schemeClr val="bg2"/>
                </a:solidFill>
                <a:latin typeface="Arial" panose="020B0604020202020204" pitchFamily="34" charset="0"/>
              </a:defRPr>
            </a:lvl1pPr>
            <a:lvl2pPr marL="0" indent="0" algn="l">
              <a:buFontTx/>
              <a:buNone/>
              <a:defRPr sz="1400" b="0" i="0">
                <a:solidFill>
                  <a:schemeClr val="bg2"/>
                </a:solidFill>
                <a:latin typeface="Arial" panose="020B0604020202020204" pitchFamily="34" charset="0"/>
              </a:defRPr>
            </a:lvl2pPr>
            <a:lvl3pPr marL="210312" indent="0" algn="l">
              <a:buFontTx/>
              <a:buNone/>
              <a:defRPr sz="1400" b="0" i="0">
                <a:solidFill>
                  <a:schemeClr val="bg2"/>
                </a:solidFill>
                <a:latin typeface="Arial" panose="020B0604020202020204" pitchFamily="34" charset="0"/>
              </a:defRPr>
            </a:lvl3pPr>
            <a:lvl4pPr marL="420624" indent="0" algn="l">
              <a:buFontTx/>
              <a:buNone/>
              <a:defRPr sz="1400" b="0" i="0">
                <a:solidFill>
                  <a:schemeClr val="bg2"/>
                </a:solidFill>
                <a:latin typeface="Arial" panose="020B0604020202020204" pitchFamily="34" charset="0"/>
              </a:defRPr>
            </a:lvl4pPr>
            <a:lvl5pPr marL="649224" indent="0" algn="l">
              <a:buFontTx/>
              <a:buNone/>
              <a:defRPr sz="1400" b="0" i="0">
                <a:solidFill>
                  <a:schemeClr val="bg2"/>
                </a:solidFill>
                <a:latin typeface="Arial" panose="020B0604020202020204" pitchFamily="34" charset="0"/>
              </a:defRPr>
            </a:lvl5pPr>
          </a:lstStyle>
          <a:p>
            <a:pPr lvl="0"/>
            <a:r>
              <a:rPr lang="en-US"/>
              <a:t>[Date]</a:t>
            </a:r>
          </a:p>
        </p:txBody>
      </p:sp>
    </p:spTree>
    <p:extLst>
      <p:ext uri="{BB962C8B-B14F-4D97-AF65-F5344CB8AC3E}">
        <p14:creationId xmlns:p14="http://schemas.microsoft.com/office/powerpoint/2010/main" val="4943630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Page B">
    <p:spTree>
      <p:nvGrpSpPr>
        <p:cNvPr id="1" name=""/>
        <p:cNvGrpSpPr/>
        <p:nvPr/>
      </p:nvGrpSpPr>
      <p:grpSpPr>
        <a:xfrm>
          <a:off x="0" y="0"/>
          <a:ext cx="0" cy="0"/>
          <a:chOff x="0" y="0"/>
          <a:chExt cx="0" cy="0"/>
        </a:xfrm>
      </p:grpSpPr>
      <p:sp>
        <p:nvSpPr>
          <p:cNvPr id="3" name="PlaceholderTitle"/>
          <p:cNvSpPr>
            <a:spLocks noGrp="1"/>
          </p:cNvSpPr>
          <p:nvPr>
            <p:ph type="title" idx="10" hasCustomPrompt="1"/>
          </p:nvPr>
        </p:nvSpPr>
        <p:spPr>
          <a:xfrm>
            <a:off x="795528" y="3767328"/>
            <a:ext cx="9107424" cy="1371600"/>
          </a:xfrm>
        </p:spPr>
        <p:txBody>
          <a:bodyPr vert="horz" wrap="square" lIns="0" tIns="0" rIns="0" bIns="0" anchor="b">
            <a:noAutofit/>
          </a:bodyPr>
          <a:lstStyle>
            <a:lvl1pPr algn="l">
              <a:lnSpc>
                <a:spcPct val="110000"/>
              </a:lnSpc>
              <a:spcBef>
                <a:spcPct val="0"/>
              </a:spcBef>
              <a:buFontTx/>
              <a:buNone/>
              <a:defRPr sz="2400" b="0" i="0">
                <a:solidFill>
                  <a:schemeClr val="tx2"/>
                </a:solidFill>
                <a:latin typeface="Arial" panose="020B0604020202020204" pitchFamily="34" charset="0"/>
              </a:defRPr>
            </a:lvl1pPr>
          </a:lstStyle>
          <a:p>
            <a:r>
              <a:rPr lang="en-US"/>
              <a:t>[Presentation title]</a:t>
            </a:r>
          </a:p>
        </p:txBody>
      </p:sp>
      <p:cxnSp>
        <p:nvCxnSpPr>
          <p:cNvPr id="4" name="Straight Connector 3"/>
          <p:cNvCxnSpPr/>
          <p:nvPr userDrawn="1"/>
        </p:nvCxnSpPr>
        <p:spPr>
          <a:xfrm>
            <a:off x="795528" y="658368"/>
            <a:ext cx="910742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PlaceholderSubtitle"/>
          <p:cNvSpPr>
            <a:spLocks noGrp="1"/>
          </p:cNvSpPr>
          <p:nvPr>
            <p:ph type="subTitle" idx="11" hasCustomPrompt="1"/>
          </p:nvPr>
        </p:nvSpPr>
        <p:spPr>
          <a:xfrm>
            <a:off x="795528" y="5230368"/>
            <a:ext cx="3008376" cy="365760"/>
          </a:xfrm>
        </p:spPr>
        <p:txBody>
          <a:bodyPr vert="horz" wrap="none" lIns="0" tIns="0" rIns="0" bIns="0" anchor="t">
            <a:noAutofit/>
          </a:bodyPr>
          <a:lstStyle>
            <a:lvl1pPr marL="0" indent="0" algn="l">
              <a:lnSpc>
                <a:spcPct val="110000"/>
              </a:lnSpc>
              <a:spcBef>
                <a:spcPts val="910"/>
              </a:spcBef>
              <a:buFontTx/>
              <a:buNone/>
              <a:defRPr sz="1400" b="1" i="0">
                <a:solidFill>
                  <a:schemeClr val="bg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cxnSp>
        <p:nvCxnSpPr>
          <p:cNvPr id="6" name="Straight Connector 5"/>
          <p:cNvCxnSpPr/>
          <p:nvPr userDrawn="1"/>
        </p:nvCxnSpPr>
        <p:spPr>
          <a:xfrm>
            <a:off x="795528" y="660196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PresentationContact"/>
          <p:cNvSpPr>
            <a:spLocks noGrp="1"/>
          </p:cNvSpPr>
          <p:nvPr>
            <p:ph type="body" sz="quarter" idx="12" hasCustomPrompt="1"/>
          </p:nvPr>
        </p:nvSpPr>
        <p:spPr>
          <a:xfrm>
            <a:off x="795528" y="5641848"/>
            <a:ext cx="4114800" cy="914400"/>
          </a:xfrm>
          <a:prstGeom prst="rect">
            <a:avLst/>
          </a:prstGeom>
        </p:spPr>
        <p:txBody>
          <a:bodyPr vert="horz" wrap="square" lIns="0" tIns="36576" rIns="36576" bIns="36576" anchor="b">
            <a:noAutofit/>
          </a:bodyPr>
          <a:lstStyle>
            <a:lvl1pPr marL="3175" indent="0" algn="l">
              <a:lnSpc>
                <a:spcPct val="110000"/>
              </a:lnSpc>
              <a:spcBef>
                <a:spcPts val="910"/>
              </a:spcBef>
              <a:buFontTx/>
              <a:buNone/>
              <a:defRPr sz="1200" b="0" i="0">
                <a:solidFill>
                  <a:schemeClr val="tx1"/>
                </a:solidFill>
                <a:latin typeface="Arial" panose="020B0604020202020204" pitchFamily="34" charset="0"/>
              </a:defRPr>
            </a:lvl1pPr>
            <a:lvl2pPr marL="0" indent="0" algn="l">
              <a:buFontTx/>
              <a:buNone/>
              <a:defRPr sz="1200" b="0" i="0">
                <a:solidFill>
                  <a:schemeClr val="tx1"/>
                </a:solidFill>
                <a:latin typeface="Arial" panose="020B0604020202020204" pitchFamily="34" charset="0"/>
              </a:defRPr>
            </a:lvl2pPr>
            <a:lvl3pPr marL="210312" indent="0" algn="l">
              <a:buFontTx/>
              <a:buNone/>
              <a:defRPr sz="1200" b="0" i="0">
                <a:solidFill>
                  <a:schemeClr val="tx1"/>
                </a:solidFill>
                <a:latin typeface="Arial" panose="020B0604020202020204" pitchFamily="34" charset="0"/>
              </a:defRPr>
            </a:lvl3pPr>
            <a:lvl4pPr marL="420624" indent="0" algn="l">
              <a:buFontTx/>
              <a:buNone/>
              <a:defRPr sz="1200" b="0" i="0">
                <a:solidFill>
                  <a:schemeClr val="tx1"/>
                </a:solidFill>
                <a:latin typeface="Arial" panose="020B0604020202020204" pitchFamily="34" charset="0"/>
              </a:defRPr>
            </a:lvl4pPr>
            <a:lvl5pPr marL="649224" indent="0" algn="l">
              <a:buFontTx/>
              <a:buNone/>
              <a:defRPr sz="1200" b="0" i="0">
                <a:solidFill>
                  <a:schemeClr val="tx1"/>
                </a:solidFill>
                <a:latin typeface="Arial" panose="020B0604020202020204" pitchFamily="34" charset="0"/>
              </a:defRPr>
            </a:lvl5pPr>
          </a:lstStyle>
          <a:p>
            <a:pPr lvl="0"/>
            <a:r>
              <a:rPr lang="en-US"/>
              <a:t>Name, Title, Group</a:t>
            </a:r>
          </a:p>
        </p:txBody>
      </p:sp>
      <p:sp>
        <p:nvSpPr>
          <p:cNvPr id="8" name="ConfidentialInternal"/>
          <p:cNvSpPr txBox="1"/>
          <p:nvPr userDrawn="1"/>
        </p:nvSpPr>
        <p:spPr>
          <a:xfrm>
            <a:off x="2724912" y="429768"/>
            <a:ext cx="7178040" cy="182880"/>
          </a:xfrm>
          <a:prstGeom prst="rect">
            <a:avLst/>
          </a:prstGeom>
          <a:noFill/>
        </p:spPr>
        <p:txBody>
          <a:bodyPr vert="horz" wrap="none" lIns="0" tIns="0" rIns="0" bIns="0" rtlCol="0" anchor="ctr">
            <a:noAutofit/>
          </a:bodyPr>
          <a:lstStyle/>
          <a:p>
            <a:pPr algn="r">
              <a:lnSpc>
                <a:spcPct val="110000"/>
              </a:lnSpc>
            </a:pPr>
            <a:r>
              <a:rPr lang="en-AU" sz="800" b="0" i="0" cap="all" spc="210" dirty="0">
                <a:solidFill>
                  <a:schemeClr val="tx2"/>
                </a:solidFill>
                <a:latin typeface="Arial" panose="020B0604020202020204" pitchFamily="34" charset="0"/>
              </a:rPr>
              <a:t>STRICTLY PRIVATE AND CONFIDENTIAL</a:t>
            </a:r>
          </a:p>
        </p:txBody>
      </p:sp>
      <p:sp>
        <p:nvSpPr>
          <p:cNvPr id="9" name="Confidential"/>
          <p:cNvSpPr txBox="1"/>
          <p:nvPr userDrawn="1"/>
        </p:nvSpPr>
        <p:spPr>
          <a:xfrm>
            <a:off x="475488" y="7027587"/>
            <a:ext cx="7178040" cy="227755"/>
          </a:xfrm>
          <a:prstGeom prst="rect">
            <a:avLst/>
          </a:prstGeom>
          <a:noFill/>
        </p:spPr>
        <p:txBody>
          <a:bodyPr vert="horz" wrap="square" lIns="0" tIns="45720" rIns="0" bIns="45720" rtlCol="0" anchor="ctr">
            <a:spAutoFit/>
          </a:bodyPr>
          <a:lstStyle/>
          <a:p>
            <a:pPr algn="r">
              <a:lnSpc>
                <a:spcPct val="110000"/>
              </a:lnSpc>
            </a:pPr>
            <a:endParaRPr lang="en-AU" sz="800" b="0" i="0" cap="all" spc="210" dirty="0">
              <a:solidFill>
                <a:schemeClr val="tx2"/>
              </a:solidFill>
              <a:latin typeface="Arial" panose="020B0604020202020204" pitchFamily="34" charset="0"/>
            </a:endParaRPr>
          </a:p>
        </p:txBody>
      </p:sp>
      <p:sp>
        <p:nvSpPr>
          <p:cNvPr id="10" name="PlaceholderDate"/>
          <p:cNvSpPr>
            <a:spLocks noGrp="1"/>
          </p:cNvSpPr>
          <p:nvPr>
            <p:ph type="body" sz="quarter" idx="13" hasCustomPrompt="1"/>
          </p:nvPr>
        </p:nvSpPr>
        <p:spPr>
          <a:xfrm>
            <a:off x="4096512" y="5230368"/>
            <a:ext cx="3008376" cy="365760"/>
          </a:xfrm>
          <a:prstGeom prst="rect">
            <a:avLst/>
          </a:prstGeom>
        </p:spPr>
        <p:txBody>
          <a:bodyPr vert="horz" wrap="none" lIns="0" tIns="0" rIns="0" bIns="0" anchor="t">
            <a:noAutofit/>
          </a:bodyPr>
          <a:lstStyle>
            <a:lvl1pPr marL="3175" indent="0" algn="l">
              <a:lnSpc>
                <a:spcPct val="110000"/>
              </a:lnSpc>
              <a:spcBef>
                <a:spcPts val="910"/>
              </a:spcBef>
              <a:buFontTx/>
              <a:buNone/>
              <a:defRPr sz="1400" b="0" i="0">
                <a:solidFill>
                  <a:schemeClr val="bg2"/>
                </a:solidFill>
                <a:latin typeface="Arial" panose="020B0604020202020204" pitchFamily="34" charset="0"/>
              </a:defRPr>
            </a:lvl1pPr>
            <a:lvl2pPr marL="0" indent="0" algn="l">
              <a:buFontTx/>
              <a:buNone/>
              <a:defRPr sz="1400" b="0" i="0">
                <a:solidFill>
                  <a:schemeClr val="bg2"/>
                </a:solidFill>
                <a:latin typeface="Arial" panose="020B0604020202020204" pitchFamily="34" charset="0"/>
              </a:defRPr>
            </a:lvl2pPr>
            <a:lvl3pPr marL="210312" indent="0" algn="l">
              <a:buFontTx/>
              <a:buNone/>
              <a:defRPr sz="1400" b="0" i="0">
                <a:solidFill>
                  <a:schemeClr val="bg2"/>
                </a:solidFill>
                <a:latin typeface="Arial" panose="020B0604020202020204" pitchFamily="34" charset="0"/>
              </a:defRPr>
            </a:lvl3pPr>
            <a:lvl4pPr marL="420624" indent="0" algn="l">
              <a:buFontTx/>
              <a:buNone/>
              <a:defRPr sz="1400" b="0" i="0">
                <a:solidFill>
                  <a:schemeClr val="bg2"/>
                </a:solidFill>
                <a:latin typeface="Arial" panose="020B0604020202020204" pitchFamily="34" charset="0"/>
              </a:defRPr>
            </a:lvl4pPr>
            <a:lvl5pPr marL="649224" indent="0" algn="l">
              <a:buFontTx/>
              <a:buNone/>
              <a:defRPr sz="1400" b="0" i="0">
                <a:solidFill>
                  <a:schemeClr val="bg2"/>
                </a:solidFill>
                <a:latin typeface="Arial" panose="020B0604020202020204" pitchFamily="34" charset="0"/>
              </a:defRPr>
            </a:lvl5pPr>
          </a:lstStyle>
          <a:p>
            <a:pPr lvl="0"/>
            <a:r>
              <a:rPr lang="en-US"/>
              <a:t>[Date]</a:t>
            </a:r>
          </a:p>
        </p:txBody>
      </p:sp>
      <p:sp>
        <p:nvSpPr>
          <p:cNvPr id="11" name="CoverGraphic"/>
          <p:cNvSpPr>
            <a:spLocks noGrp="1"/>
          </p:cNvSpPr>
          <p:nvPr>
            <p:ph type="pic" sz="quarter" idx="14" hasCustomPrompt="1"/>
            <p:custDataLst>
              <p:tags r:id="rId1"/>
            </p:custDataLst>
          </p:nvPr>
        </p:nvSpPr>
        <p:spPr>
          <a:xfrm>
            <a:off x="795528" y="1389888"/>
            <a:ext cx="9107424" cy="2377440"/>
          </a:xfrm>
          <a:prstGeom prst="rect">
            <a:avLst/>
          </a:prstGeom>
        </p:spPr>
        <p:txBody>
          <a:bodyPr vert="horz" wrap="square" lIns="36576" tIns="36576" rIns="36576" bIns="36576" anchor="t">
            <a:noAutofit/>
          </a:bodyPr>
          <a:lstStyle>
            <a:lvl1pPr marL="3175" indent="0" algn="r">
              <a:buFontTx/>
              <a:buNone/>
              <a:defRPr sz="1100" b="0" i="0">
                <a:solidFill>
                  <a:schemeClr val="bg2"/>
                </a:solidFill>
              </a:defRPr>
            </a:lvl1pPr>
          </a:lstStyle>
          <a:p>
            <a:r>
              <a:rPr lang="en-US"/>
              <a:t>[COVER GRAPHIC]</a:t>
            </a:r>
          </a:p>
        </p:txBody>
      </p:sp>
    </p:spTree>
    <p:extLst>
      <p:ext uri="{BB962C8B-B14F-4D97-AF65-F5344CB8AC3E}">
        <p14:creationId xmlns:p14="http://schemas.microsoft.com/office/powerpoint/2010/main" val="642924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ustom Cover 1">
    <p:spTree>
      <p:nvGrpSpPr>
        <p:cNvPr id="1" name=""/>
        <p:cNvGrpSpPr/>
        <p:nvPr/>
      </p:nvGrpSpPr>
      <p:grpSpPr>
        <a:xfrm>
          <a:off x="0" y="0"/>
          <a:ext cx="0" cy="0"/>
          <a:chOff x="0" y="0"/>
          <a:chExt cx="0" cy="0"/>
        </a:xfrm>
      </p:grpSpPr>
      <p:sp>
        <p:nvSpPr>
          <p:cNvPr id="3" name="Freeform 8"/>
          <p:cNvSpPr>
            <a:spLocks noGrp="1"/>
          </p:cNvSpPr>
          <p:nvPr>
            <p:ph type="pic" idx="10"/>
          </p:nvPr>
        </p:nvSpPr>
        <p:spPr>
          <a:xfrm>
            <a:off x="0" y="0"/>
            <a:ext cx="10689336" cy="7562089"/>
          </a:xfrm>
        </p:spPr>
        <p:txBody>
          <a:bodyPr/>
          <a:lstStyle>
            <a:lvl1pPr marL="3175" indent="0">
              <a:buFontTx/>
              <a:buNone/>
              <a:defRPr/>
            </a:lvl1pPr>
          </a:lstStyle>
          <a:p>
            <a:r>
              <a:rPr lang="en-US"/>
              <a:t>Click icon to add picture</a:t>
            </a:r>
          </a:p>
        </p:txBody>
      </p:sp>
      <p:sp>
        <p:nvSpPr>
          <p:cNvPr id="4" name="Rectangle 7"/>
          <p:cNvSpPr>
            <a:spLocks noGrp="1"/>
          </p:cNvSpPr>
          <p:nvPr>
            <p:ph type="body" sz="quarter" idx="11" hasCustomPrompt="1"/>
          </p:nvPr>
        </p:nvSpPr>
        <p:spPr>
          <a:xfrm>
            <a:off x="0" y="2715768"/>
            <a:ext cx="9034272" cy="1124712"/>
          </a:xfrm>
          <a:prstGeom prst="rect">
            <a:avLst/>
          </a:prstGeom>
          <a:solidFill>
            <a:srgbClr val="FFFFFF">
              <a:alpha val="80000"/>
            </a:srgbClr>
          </a:solidFill>
        </p:spPr>
        <p:txBody>
          <a:bodyPr/>
          <a:lstStyle>
            <a:lvl1pPr marL="3175" indent="0">
              <a:buFontTx/>
              <a:buNone/>
              <a:defRPr/>
            </a:lvl1pPr>
            <a:lvl2pPr marL="0" indent="0">
              <a:buFontTx/>
              <a:buNone/>
              <a:defRPr/>
            </a:lvl2pPr>
            <a:lvl3pPr marL="210312" indent="0">
              <a:buFontTx/>
              <a:buNone/>
              <a:defRPr/>
            </a:lvl3pPr>
            <a:lvl4pPr marL="420624" indent="0">
              <a:buFontTx/>
              <a:buNone/>
              <a:defRPr/>
            </a:lvl4pPr>
            <a:lvl5pPr marL="649224" indent="0">
              <a:buFontTx/>
              <a:buNone/>
              <a:defRPr/>
            </a:lvl5pPr>
          </a:lstStyle>
          <a:p>
            <a:pPr lvl="0"/>
            <a:r>
              <a:rPr lang="en-US"/>
              <a:t> </a:t>
            </a:r>
          </a:p>
        </p:txBody>
      </p:sp>
      <p:sp>
        <p:nvSpPr>
          <p:cNvPr id="5" name="Text Placeholder 4"/>
          <p:cNvSpPr>
            <a:spLocks noGrp="1"/>
          </p:cNvSpPr>
          <p:nvPr>
            <p:ph type="body" sz="quarter" idx="12" hasCustomPrompt="1"/>
          </p:nvPr>
        </p:nvSpPr>
        <p:spPr>
          <a:xfrm>
            <a:off x="0" y="5760720"/>
            <a:ext cx="10698480" cy="1060704"/>
          </a:xfrm>
          <a:prstGeom prst="rect">
            <a:avLst/>
          </a:prstGeom>
          <a:solidFill>
            <a:srgbClr val="FFFFFF"/>
          </a:solidFill>
        </p:spPr>
        <p:txBody>
          <a:bodyPr/>
          <a:lstStyle>
            <a:lvl1pPr marL="3175" indent="0">
              <a:buFontTx/>
              <a:buNone/>
              <a:defRPr/>
            </a:lvl1pPr>
            <a:lvl2pPr marL="0" indent="0">
              <a:buFontTx/>
              <a:buNone/>
              <a:defRPr/>
            </a:lvl2pPr>
            <a:lvl3pPr marL="210312" indent="0">
              <a:buFontTx/>
              <a:buNone/>
              <a:defRPr/>
            </a:lvl3pPr>
            <a:lvl4pPr marL="420624" indent="0">
              <a:buFontTx/>
              <a:buNone/>
              <a:defRPr/>
            </a:lvl4pPr>
            <a:lvl5pPr marL="649224" indent="0">
              <a:buFontTx/>
              <a:buNone/>
              <a:defRPr/>
            </a:lvl5pPr>
          </a:lstStyle>
          <a:p>
            <a:pPr lvl="0"/>
            <a:r>
              <a:rPr lang="en-US"/>
              <a:t> </a:t>
            </a:r>
          </a:p>
        </p:txBody>
      </p:sp>
      <p:sp>
        <p:nvSpPr>
          <p:cNvPr id="6" name="PlaceholderDate"/>
          <p:cNvSpPr>
            <a:spLocks noGrp="1"/>
          </p:cNvSpPr>
          <p:nvPr>
            <p:ph type="body" sz="quarter" idx="13" hasCustomPrompt="1"/>
          </p:nvPr>
        </p:nvSpPr>
        <p:spPr>
          <a:xfrm>
            <a:off x="320040" y="3310128"/>
            <a:ext cx="8668511" cy="393192"/>
          </a:xfrm>
          <a:prstGeom prst="rect">
            <a:avLst/>
          </a:prstGeom>
        </p:spPr>
        <p:txBody>
          <a:bodyPr vert="horz" wrap="none" lIns="0" tIns="0" rIns="0" bIns="0" anchor="ctr">
            <a:noAutofit/>
          </a:bodyPr>
          <a:lstStyle>
            <a:lvl1pPr marL="3175" indent="0" algn="l">
              <a:lnSpc>
                <a:spcPct val="110000"/>
              </a:lnSpc>
              <a:spcBef>
                <a:spcPts val="0"/>
              </a:spcBef>
              <a:buFontTx/>
              <a:buNone/>
              <a:defRPr sz="1800" b="0" i="0">
                <a:solidFill>
                  <a:schemeClr val="bg2"/>
                </a:solidFill>
                <a:latin typeface="Arial" panose="020B0604020202020204" pitchFamily="34" charset="0"/>
              </a:defRPr>
            </a:lvl1pPr>
            <a:lvl2pPr marL="0" indent="0" algn="l">
              <a:buFontTx/>
              <a:buNone/>
              <a:defRPr sz="1800" b="0" i="0">
                <a:solidFill>
                  <a:schemeClr val="bg2"/>
                </a:solidFill>
                <a:latin typeface="Arial" panose="020B0604020202020204" pitchFamily="34" charset="0"/>
              </a:defRPr>
            </a:lvl2pPr>
            <a:lvl3pPr marL="210312" indent="0" algn="l">
              <a:buFontTx/>
              <a:buNone/>
              <a:defRPr sz="1800" b="0" i="0">
                <a:solidFill>
                  <a:schemeClr val="bg2"/>
                </a:solidFill>
                <a:latin typeface="Arial" panose="020B0604020202020204" pitchFamily="34" charset="0"/>
              </a:defRPr>
            </a:lvl3pPr>
            <a:lvl4pPr marL="420624" indent="0" algn="l">
              <a:buFontTx/>
              <a:buNone/>
              <a:defRPr sz="1800" b="0" i="0">
                <a:solidFill>
                  <a:schemeClr val="bg2"/>
                </a:solidFill>
                <a:latin typeface="Arial" panose="020B0604020202020204" pitchFamily="34" charset="0"/>
              </a:defRPr>
            </a:lvl4pPr>
            <a:lvl5pPr marL="649224" indent="0" algn="l">
              <a:buFontTx/>
              <a:buNone/>
              <a:defRPr sz="1800" b="0" i="0">
                <a:solidFill>
                  <a:schemeClr val="bg2"/>
                </a:solidFill>
                <a:latin typeface="Arial" panose="020B0604020202020204" pitchFamily="34" charset="0"/>
              </a:defRPr>
            </a:lvl5pPr>
          </a:lstStyle>
          <a:p>
            <a:pPr lvl="0"/>
            <a:r>
              <a:rPr lang="en-US"/>
              <a:t>   [Date]</a:t>
            </a:r>
          </a:p>
        </p:txBody>
      </p:sp>
      <p:sp>
        <p:nvSpPr>
          <p:cNvPr id="7" name="PlaceholderTitle"/>
          <p:cNvSpPr>
            <a:spLocks noGrp="1"/>
          </p:cNvSpPr>
          <p:nvPr>
            <p:ph type="title" idx="14" hasCustomPrompt="1"/>
          </p:nvPr>
        </p:nvSpPr>
        <p:spPr>
          <a:xfrm>
            <a:off x="320040" y="2926080"/>
            <a:ext cx="8668511" cy="399593"/>
          </a:xfrm>
        </p:spPr>
        <p:txBody>
          <a:bodyPr vert="horz" wrap="square" lIns="0" tIns="0" rIns="0" bIns="0" anchor="ctr">
            <a:noAutofit/>
          </a:bodyPr>
          <a:lstStyle>
            <a:lvl1pPr algn="l">
              <a:lnSpc>
                <a:spcPct val="110000"/>
              </a:lnSpc>
              <a:spcBef>
                <a:spcPct val="0"/>
              </a:spcBef>
              <a:buFontTx/>
              <a:buNone/>
              <a:defRPr sz="2000" b="0" i="0" cap="all" spc="300">
                <a:solidFill>
                  <a:schemeClr val="tx2"/>
                </a:solidFill>
                <a:latin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256544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ustom Cover 2">
    <p:spTree>
      <p:nvGrpSpPr>
        <p:cNvPr id="1" name=""/>
        <p:cNvGrpSpPr/>
        <p:nvPr/>
      </p:nvGrpSpPr>
      <p:grpSpPr>
        <a:xfrm>
          <a:off x="0" y="0"/>
          <a:ext cx="0" cy="0"/>
          <a:chOff x="0" y="0"/>
          <a:chExt cx="0" cy="0"/>
        </a:xfrm>
      </p:grpSpPr>
      <p:sp>
        <p:nvSpPr>
          <p:cNvPr id="3" name="Freeform 8"/>
          <p:cNvSpPr>
            <a:spLocks noGrp="1"/>
          </p:cNvSpPr>
          <p:nvPr>
            <p:ph type="pic" idx="10" hasCustomPrompt="1"/>
          </p:nvPr>
        </p:nvSpPr>
        <p:spPr>
          <a:xfrm>
            <a:off x="181966" y="173736"/>
            <a:ext cx="10287000" cy="7150608"/>
          </a:xfrm>
        </p:spPr>
        <p:txBody>
          <a:bodyPr/>
          <a:lstStyle>
            <a:lvl1pPr marL="3175" indent="0">
              <a:buFontTx/>
              <a:buNone/>
              <a:defRPr/>
            </a:lvl1pPr>
          </a:lstStyle>
          <a:p>
            <a:r>
              <a:rPr lang="en-US"/>
              <a:t>Click on Insert Picture to add image</a:t>
            </a:r>
          </a:p>
        </p:txBody>
      </p:sp>
      <p:sp>
        <p:nvSpPr>
          <p:cNvPr id="4" name="Rectangle 6"/>
          <p:cNvSpPr>
            <a:spLocks noGrp="1"/>
          </p:cNvSpPr>
          <p:nvPr>
            <p:ph type="body" sz="quarter" idx="11" hasCustomPrompt="1"/>
          </p:nvPr>
        </p:nvSpPr>
        <p:spPr>
          <a:xfrm>
            <a:off x="181966" y="2713939"/>
            <a:ext cx="9034272" cy="1124712"/>
          </a:xfrm>
          <a:prstGeom prst="rect">
            <a:avLst/>
          </a:prstGeom>
          <a:solidFill>
            <a:srgbClr val="FFFFFF">
              <a:alpha val="80000"/>
            </a:srgbClr>
          </a:solidFill>
        </p:spPr>
        <p:txBody>
          <a:bodyPr/>
          <a:lstStyle>
            <a:lvl1pPr marL="3175" indent="0">
              <a:buFontTx/>
              <a:buNone/>
              <a:defRPr/>
            </a:lvl1pPr>
            <a:lvl2pPr marL="0" indent="0">
              <a:buFontTx/>
              <a:buNone/>
              <a:defRPr/>
            </a:lvl2pPr>
            <a:lvl3pPr marL="210312" indent="0">
              <a:buFontTx/>
              <a:buNone/>
              <a:defRPr/>
            </a:lvl3pPr>
            <a:lvl4pPr marL="420624" indent="0">
              <a:buFontTx/>
              <a:buNone/>
              <a:defRPr/>
            </a:lvl4pPr>
            <a:lvl5pPr marL="649224" indent="0">
              <a:buFontTx/>
              <a:buNone/>
              <a:defRPr/>
            </a:lvl5pPr>
          </a:lstStyle>
          <a:p>
            <a:pPr lvl="0"/>
            <a:r>
              <a:rPr lang="en-US"/>
              <a:t> </a:t>
            </a:r>
          </a:p>
        </p:txBody>
      </p:sp>
      <p:sp>
        <p:nvSpPr>
          <p:cNvPr id="5" name="Rectangle 3"/>
          <p:cNvSpPr>
            <a:spLocks noGrp="1"/>
          </p:cNvSpPr>
          <p:nvPr>
            <p:ph type="body" sz="quarter" idx="12" hasCustomPrompt="1"/>
          </p:nvPr>
        </p:nvSpPr>
        <p:spPr>
          <a:xfrm>
            <a:off x="182880" y="5760720"/>
            <a:ext cx="10287000" cy="1060704"/>
          </a:xfrm>
          <a:prstGeom prst="rect">
            <a:avLst/>
          </a:prstGeom>
          <a:solidFill>
            <a:srgbClr val="FFFFFF"/>
          </a:solidFill>
        </p:spPr>
        <p:txBody>
          <a:bodyPr/>
          <a:lstStyle>
            <a:lvl1pPr marL="3175" indent="0">
              <a:buFontTx/>
              <a:buNone/>
              <a:defRPr/>
            </a:lvl1pPr>
            <a:lvl2pPr marL="0" indent="0">
              <a:buFontTx/>
              <a:buNone/>
              <a:defRPr/>
            </a:lvl2pPr>
            <a:lvl3pPr marL="210312" indent="0">
              <a:buFontTx/>
              <a:buNone/>
              <a:defRPr/>
            </a:lvl3pPr>
            <a:lvl4pPr marL="420624" indent="0">
              <a:buFontTx/>
              <a:buNone/>
              <a:defRPr/>
            </a:lvl4pPr>
            <a:lvl5pPr marL="649224" indent="0">
              <a:buFontTx/>
              <a:buNone/>
              <a:defRPr/>
            </a:lvl5pPr>
          </a:lstStyle>
          <a:p>
            <a:pPr lvl="0"/>
            <a:r>
              <a:rPr lang="en-US"/>
              <a:t> </a:t>
            </a:r>
          </a:p>
        </p:txBody>
      </p:sp>
      <p:sp>
        <p:nvSpPr>
          <p:cNvPr id="6" name="PlaceholderDate"/>
          <p:cNvSpPr>
            <a:spLocks noGrp="1"/>
          </p:cNvSpPr>
          <p:nvPr>
            <p:ph type="body" sz="quarter" idx="13" hasCustomPrompt="1"/>
          </p:nvPr>
        </p:nvSpPr>
        <p:spPr>
          <a:xfrm>
            <a:off x="548640" y="3310128"/>
            <a:ext cx="8668511" cy="365760"/>
          </a:xfrm>
          <a:prstGeom prst="rect">
            <a:avLst/>
          </a:prstGeom>
        </p:spPr>
        <p:txBody>
          <a:bodyPr vert="horz" wrap="none" lIns="0" tIns="0" rIns="0" bIns="0" anchor="ctr">
            <a:noAutofit/>
          </a:bodyPr>
          <a:lstStyle>
            <a:lvl1pPr marL="3175" indent="0" algn="l">
              <a:lnSpc>
                <a:spcPct val="110000"/>
              </a:lnSpc>
              <a:spcBef>
                <a:spcPts val="0"/>
              </a:spcBef>
              <a:buFontTx/>
              <a:buNone/>
              <a:defRPr sz="1800" b="0" i="0">
                <a:solidFill>
                  <a:schemeClr val="bg2"/>
                </a:solidFill>
                <a:latin typeface="Arial" panose="020B0604020202020204" pitchFamily="34" charset="0"/>
              </a:defRPr>
            </a:lvl1pPr>
            <a:lvl2pPr marL="0" indent="0" algn="l">
              <a:buFontTx/>
              <a:buNone/>
              <a:defRPr sz="1800" b="0" i="0">
                <a:solidFill>
                  <a:schemeClr val="bg2"/>
                </a:solidFill>
                <a:latin typeface="Arial" panose="020B0604020202020204" pitchFamily="34" charset="0"/>
              </a:defRPr>
            </a:lvl2pPr>
            <a:lvl3pPr marL="210312" indent="0" algn="l">
              <a:buFontTx/>
              <a:buNone/>
              <a:defRPr sz="1800" b="0" i="0">
                <a:solidFill>
                  <a:schemeClr val="bg2"/>
                </a:solidFill>
                <a:latin typeface="Arial" panose="020B0604020202020204" pitchFamily="34" charset="0"/>
              </a:defRPr>
            </a:lvl3pPr>
            <a:lvl4pPr marL="420624" indent="0" algn="l">
              <a:buFontTx/>
              <a:buNone/>
              <a:defRPr sz="1800" b="0" i="0">
                <a:solidFill>
                  <a:schemeClr val="bg2"/>
                </a:solidFill>
                <a:latin typeface="Arial" panose="020B0604020202020204" pitchFamily="34" charset="0"/>
              </a:defRPr>
            </a:lvl4pPr>
            <a:lvl5pPr marL="649224" indent="0" algn="l">
              <a:buFontTx/>
              <a:buNone/>
              <a:defRPr sz="1800" b="0" i="0">
                <a:solidFill>
                  <a:schemeClr val="bg2"/>
                </a:solidFill>
                <a:latin typeface="Arial" panose="020B0604020202020204" pitchFamily="34" charset="0"/>
              </a:defRPr>
            </a:lvl5pPr>
          </a:lstStyle>
          <a:p>
            <a:pPr lvl="0"/>
            <a:r>
              <a:rPr lang="en-US"/>
              <a:t>   [Date]</a:t>
            </a:r>
          </a:p>
        </p:txBody>
      </p:sp>
      <p:sp>
        <p:nvSpPr>
          <p:cNvPr id="7" name="PlaceholderTitle"/>
          <p:cNvSpPr>
            <a:spLocks noGrp="1"/>
          </p:cNvSpPr>
          <p:nvPr>
            <p:ph type="title" idx="14" hasCustomPrompt="1"/>
          </p:nvPr>
        </p:nvSpPr>
        <p:spPr>
          <a:xfrm>
            <a:off x="548640" y="2916936"/>
            <a:ext cx="8668511" cy="399593"/>
          </a:xfrm>
        </p:spPr>
        <p:txBody>
          <a:bodyPr vert="horz" wrap="square" lIns="0" tIns="0" rIns="0" bIns="0" anchor="ctr">
            <a:noAutofit/>
          </a:bodyPr>
          <a:lstStyle>
            <a:lvl1pPr algn="l">
              <a:lnSpc>
                <a:spcPct val="110000"/>
              </a:lnSpc>
              <a:spcBef>
                <a:spcPct val="0"/>
              </a:spcBef>
              <a:buFontTx/>
              <a:buNone/>
              <a:defRPr sz="2000" b="0" i="0" cap="all" spc="300">
                <a:solidFill>
                  <a:schemeClr val="tx2"/>
                </a:solidFill>
                <a:latin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4018708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ustom Cover 3">
    <p:spTree>
      <p:nvGrpSpPr>
        <p:cNvPr id="1" name=""/>
        <p:cNvGrpSpPr/>
        <p:nvPr/>
      </p:nvGrpSpPr>
      <p:grpSpPr>
        <a:xfrm>
          <a:off x="0" y="0"/>
          <a:ext cx="0" cy="0"/>
          <a:chOff x="0" y="0"/>
          <a:chExt cx="0" cy="0"/>
        </a:xfrm>
      </p:grpSpPr>
      <p:sp>
        <p:nvSpPr>
          <p:cNvPr id="3" name="Freeform 8"/>
          <p:cNvSpPr>
            <a:spLocks noGrp="1"/>
          </p:cNvSpPr>
          <p:nvPr>
            <p:ph type="pic" idx="10"/>
          </p:nvPr>
        </p:nvSpPr>
        <p:spPr>
          <a:xfrm>
            <a:off x="350215" y="885139"/>
            <a:ext cx="3145536" cy="4718304"/>
          </a:xfrm>
        </p:spPr>
        <p:txBody>
          <a:bodyPr/>
          <a:lstStyle>
            <a:lvl1pPr marL="3175" indent="0">
              <a:buFontTx/>
              <a:buNone/>
              <a:defRPr/>
            </a:lvl1pPr>
          </a:lstStyle>
          <a:p>
            <a:r>
              <a:rPr lang="en-US"/>
              <a:t>Click icon to add picture</a:t>
            </a:r>
          </a:p>
        </p:txBody>
      </p:sp>
      <p:sp>
        <p:nvSpPr>
          <p:cNvPr id="4" name="Freeform 12"/>
          <p:cNvSpPr>
            <a:spLocks noGrp="1"/>
          </p:cNvSpPr>
          <p:nvPr>
            <p:ph type="pic" sz="quarter" idx="11"/>
          </p:nvPr>
        </p:nvSpPr>
        <p:spPr>
          <a:xfrm>
            <a:off x="3767328" y="885139"/>
            <a:ext cx="3145536" cy="4718304"/>
          </a:xfrm>
          <a:prstGeom prst="rect">
            <a:avLst/>
          </a:prstGeom>
        </p:spPr>
        <p:txBody>
          <a:bodyPr/>
          <a:lstStyle>
            <a:lvl1pPr marL="3175" indent="0">
              <a:buFontTx/>
              <a:buNone/>
              <a:defRPr/>
            </a:lvl1pPr>
          </a:lstStyle>
          <a:p>
            <a:r>
              <a:rPr lang="en-US"/>
              <a:t>Click icon to add picture</a:t>
            </a:r>
          </a:p>
        </p:txBody>
      </p:sp>
      <p:sp>
        <p:nvSpPr>
          <p:cNvPr id="5" name="Freeform 14"/>
          <p:cNvSpPr>
            <a:spLocks noGrp="1"/>
          </p:cNvSpPr>
          <p:nvPr>
            <p:ph type="pic" sz="quarter" idx="12"/>
          </p:nvPr>
        </p:nvSpPr>
        <p:spPr>
          <a:xfrm>
            <a:off x="7187184" y="885139"/>
            <a:ext cx="3145536" cy="4718304"/>
          </a:xfrm>
          <a:prstGeom prst="rect">
            <a:avLst/>
          </a:prstGeom>
        </p:spPr>
        <p:txBody>
          <a:bodyPr/>
          <a:lstStyle>
            <a:lvl1pPr marL="3175" indent="0">
              <a:buFontTx/>
              <a:buNone/>
              <a:defRPr/>
            </a:lvl1pPr>
          </a:lstStyle>
          <a:p>
            <a:r>
              <a:rPr lang="en-US"/>
              <a:t>Click icon to add picture</a:t>
            </a:r>
          </a:p>
        </p:txBody>
      </p:sp>
      <p:sp>
        <p:nvSpPr>
          <p:cNvPr id="6" name="PlaceholderDate"/>
          <p:cNvSpPr>
            <a:spLocks noGrp="1"/>
          </p:cNvSpPr>
          <p:nvPr>
            <p:ph type="body" sz="quarter" idx="13" hasCustomPrompt="1"/>
          </p:nvPr>
        </p:nvSpPr>
        <p:spPr>
          <a:xfrm>
            <a:off x="9230868" y="547726"/>
            <a:ext cx="1106424" cy="256032"/>
          </a:xfrm>
          <a:prstGeom prst="rect">
            <a:avLst/>
          </a:prstGeom>
        </p:spPr>
        <p:txBody>
          <a:bodyPr vert="horz" wrap="none" lIns="0" tIns="0" rIns="0" bIns="0" anchor="ctr">
            <a:noAutofit/>
          </a:bodyPr>
          <a:lstStyle>
            <a:lvl1pPr marL="3175" indent="0" algn="r">
              <a:lnSpc>
                <a:spcPct val="110000"/>
              </a:lnSpc>
              <a:spcBef>
                <a:spcPts val="0"/>
              </a:spcBef>
              <a:buFontTx/>
              <a:buNone/>
              <a:defRPr sz="1100" b="0" i="0" cap="all">
                <a:solidFill>
                  <a:schemeClr val="bg2"/>
                </a:solidFill>
                <a:latin typeface="Arial" panose="020B0604020202020204" pitchFamily="34" charset="0"/>
              </a:defRPr>
            </a:lvl1pPr>
            <a:lvl2pPr marL="0" indent="0" algn="r">
              <a:buFontTx/>
              <a:buNone/>
              <a:defRPr sz="1100" b="0" i="0" cap="all">
                <a:solidFill>
                  <a:schemeClr val="bg2"/>
                </a:solidFill>
                <a:latin typeface="Arial" panose="020B0604020202020204" pitchFamily="34" charset="0"/>
              </a:defRPr>
            </a:lvl2pPr>
            <a:lvl3pPr marL="210312" indent="0" algn="r">
              <a:buFontTx/>
              <a:buNone/>
              <a:defRPr sz="1100" b="0" i="0" cap="all">
                <a:solidFill>
                  <a:schemeClr val="bg2"/>
                </a:solidFill>
                <a:latin typeface="Arial" panose="020B0604020202020204" pitchFamily="34" charset="0"/>
              </a:defRPr>
            </a:lvl3pPr>
            <a:lvl4pPr marL="420624" indent="0" algn="r">
              <a:buFontTx/>
              <a:buNone/>
              <a:defRPr sz="1100" b="0" i="0" cap="all">
                <a:solidFill>
                  <a:schemeClr val="bg2"/>
                </a:solidFill>
                <a:latin typeface="Arial" panose="020B0604020202020204" pitchFamily="34" charset="0"/>
              </a:defRPr>
            </a:lvl4pPr>
            <a:lvl5pPr marL="649224" indent="0" algn="r">
              <a:buFontTx/>
              <a:buNone/>
              <a:defRPr sz="1100" b="0" i="0" cap="all">
                <a:solidFill>
                  <a:schemeClr val="bg2"/>
                </a:solidFill>
                <a:latin typeface="Arial" panose="020B0604020202020204" pitchFamily="34" charset="0"/>
              </a:defRPr>
            </a:lvl5pPr>
          </a:lstStyle>
          <a:p>
            <a:pPr lvl="0"/>
            <a:r>
              <a:rPr lang="en-US"/>
              <a:t>   [Date]</a:t>
            </a:r>
          </a:p>
        </p:txBody>
      </p:sp>
      <p:sp>
        <p:nvSpPr>
          <p:cNvPr id="7" name="PlaceholderTitle"/>
          <p:cNvSpPr>
            <a:spLocks noGrp="1"/>
          </p:cNvSpPr>
          <p:nvPr>
            <p:ph type="title" idx="14" hasCustomPrompt="1"/>
          </p:nvPr>
        </p:nvSpPr>
        <p:spPr>
          <a:xfrm>
            <a:off x="350215" y="5760720"/>
            <a:ext cx="9989820" cy="338328"/>
          </a:xfrm>
        </p:spPr>
        <p:txBody>
          <a:bodyPr vert="horz" wrap="square" lIns="0" tIns="0" rIns="0" bIns="0" anchor="ctr">
            <a:noAutofit/>
          </a:bodyPr>
          <a:lstStyle>
            <a:lvl1pPr algn="ctr">
              <a:lnSpc>
                <a:spcPct val="110000"/>
              </a:lnSpc>
              <a:spcBef>
                <a:spcPct val="0"/>
              </a:spcBef>
              <a:buFontTx/>
              <a:buNone/>
              <a:defRPr sz="1600" b="0" i="0" cap="all" spc="800">
                <a:solidFill>
                  <a:schemeClr val="tx2"/>
                </a:solidFill>
                <a:latin typeface="Arial" panose="020B0604020202020204" pitchFamily="34" charset="0"/>
              </a:defRPr>
            </a:lvl1pPr>
          </a:lstStyle>
          <a:p>
            <a:r>
              <a:rPr lang="en-US"/>
              <a:t>[Presentation title]</a:t>
            </a:r>
          </a:p>
        </p:txBody>
      </p:sp>
    </p:spTree>
    <p:extLst>
      <p:ext uri="{BB962C8B-B14F-4D97-AF65-F5344CB8AC3E}">
        <p14:creationId xmlns:p14="http://schemas.microsoft.com/office/powerpoint/2010/main" val="36183422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9107424"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ageSubtitle"/>
          <p:cNvSpPr>
            <a:spLocks noGrp="1"/>
          </p:cNvSpPr>
          <p:nvPr>
            <p:ph type="subTitle" sz="quarter" idx="11"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570932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type="body" idx="10"/>
          </p:nvPr>
        </p:nvSpPr>
        <p:spPr>
          <a:xfrm>
            <a:off x="795528" y="1591056"/>
            <a:ext cx="9107424" cy="4791456"/>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ageSubtitle"/>
          <p:cNvSpPr>
            <a:spLocks noGrp="1"/>
          </p:cNvSpPr>
          <p:nvPr>
            <p:ph type="subTitle" sz="quarter" idx="11"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452709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5623560" y="1892808"/>
            <a:ext cx="4279392"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geSubtitle"/>
          <p:cNvSpPr>
            <a:spLocks noGrp="1"/>
          </p:cNvSpPr>
          <p:nvPr>
            <p:ph type="subTitle" sz="quarter" idx="12"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24636106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One Left Two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5623560" y="18928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44074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919311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wo Left One Righ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1892808"/>
            <a:ext cx="4279392"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4267826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Fou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18928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5623560" y="44074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PageSubtitle"/>
          <p:cNvSpPr>
            <a:spLocks noGrp="1"/>
          </p:cNvSpPr>
          <p:nvPr>
            <p:ph type="subTitle" sz="quarter" idx="14"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612411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One Top One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9107424"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9107424"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ageSubtitle"/>
          <p:cNvSpPr>
            <a:spLocks noGrp="1"/>
          </p:cNvSpPr>
          <p:nvPr>
            <p:ph type="subTitle" sz="quarter" idx="12"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094276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One Top Two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9107424"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44074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623560" y="44074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227956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wo Top One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4279392"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5623560" y="1892808"/>
            <a:ext cx="4279392"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95528" y="4407408"/>
            <a:ext cx="9107424"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32391564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860133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51412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3" name="PlaceholderTitle"/>
          <p:cNvSpPr>
            <a:spLocks noGrp="1"/>
          </p:cNvSpPr>
          <p:nvPr>
            <p:ph type="title" idx="10" hasCustomPrompt="1"/>
          </p:nvPr>
        </p:nvSpPr>
        <p:spPr>
          <a:xfrm>
            <a:off x="795528" y="2441448"/>
            <a:ext cx="9107424" cy="1554480"/>
          </a:xfrm>
        </p:spPr>
        <p:txBody>
          <a:bodyPr vert="horz" wrap="square" lIns="0" tIns="0" rIns="0" bIns="0" anchor="b">
            <a:noAutofit/>
          </a:bodyPr>
          <a:lstStyle>
            <a:lvl1pPr algn="l">
              <a:lnSpc>
                <a:spcPct val="110000"/>
              </a:lnSpc>
              <a:spcBef>
                <a:spcPct val="0"/>
              </a:spcBef>
              <a:buFontTx/>
              <a:buNone/>
              <a:defRPr sz="2400" b="0" i="0">
                <a:solidFill>
                  <a:schemeClr val="tx2"/>
                </a:solidFill>
                <a:latin typeface="Arial" panose="020B0604020202020204" pitchFamily="34" charset="0"/>
              </a:defRPr>
            </a:lvl1pPr>
          </a:lstStyle>
          <a:p>
            <a:r>
              <a:rPr lang="en-US"/>
              <a:t>Click to edit Section Divider title</a:t>
            </a:r>
          </a:p>
        </p:txBody>
      </p:sp>
      <p:cxnSp>
        <p:nvCxnSpPr>
          <p:cNvPr id="4" name="Straight Connector 3"/>
          <p:cNvCxnSpPr/>
          <p:nvPr userDrawn="1"/>
        </p:nvCxnSpPr>
        <p:spPr>
          <a:xfrm>
            <a:off x="795528" y="658368"/>
            <a:ext cx="9107424" cy="0"/>
          </a:xfrm>
          <a:prstGeom prst="line">
            <a:avLst/>
          </a:prstGeom>
          <a:ln w="5715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PageSubtitle"/>
          <p:cNvSpPr>
            <a:spLocks noGrp="1"/>
          </p:cNvSpPr>
          <p:nvPr>
            <p:ph type="subTitle" idx="11" hasCustomPrompt="1"/>
          </p:nvPr>
        </p:nvSpPr>
        <p:spPr>
          <a:xfrm>
            <a:off x="795528" y="4133088"/>
            <a:ext cx="9107424" cy="411480"/>
          </a:xfrm>
        </p:spPr>
        <p:txBody>
          <a:bodyPr vert="horz" wrap="square" lIns="0" tIns="0" rIns="0" bIns="0" anchor="t">
            <a:noAutofit/>
          </a:bodyPr>
          <a:lstStyle>
            <a:lvl1pPr marL="0" indent="0" algn="l">
              <a:lnSpc>
                <a:spcPct val="110000"/>
              </a:lnSpc>
              <a:spcBef>
                <a:spcPts val="910"/>
              </a:spcBef>
              <a:buFontTx/>
              <a:buNone/>
              <a:defRPr sz="1400" b="1" i="0">
                <a:solidFill>
                  <a:schemeClr val="bg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add Section Divider subtitle</a:t>
            </a:r>
          </a:p>
        </p:txBody>
      </p:sp>
      <p:cxnSp>
        <p:nvCxnSpPr>
          <p:cNvPr id="6" name="Straight Connector 5"/>
          <p:cNvCxnSpPr/>
          <p:nvPr userDrawn="1"/>
        </p:nvCxnSpPr>
        <p:spPr>
          <a:xfrm>
            <a:off x="795528" y="660196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7" name="ConfidentialInternal"/>
          <p:cNvSpPr txBox="1"/>
          <p:nvPr userDrawn="1"/>
        </p:nvSpPr>
        <p:spPr>
          <a:xfrm>
            <a:off x="2724912" y="246888"/>
            <a:ext cx="7178040" cy="219456"/>
          </a:xfrm>
          <a:prstGeom prst="rect">
            <a:avLst/>
          </a:prstGeom>
          <a:noFill/>
        </p:spPr>
        <p:txBody>
          <a:bodyPr vert="horz" wrap="square" lIns="0" tIns="0" rIns="0" bIns="0" rtlCol="0" anchor="ctr">
            <a:noAutofit/>
          </a:bodyPr>
          <a:lstStyle/>
          <a:p>
            <a:pPr algn="r">
              <a:lnSpc>
                <a:spcPct val="110000"/>
              </a:lnSpc>
            </a:pPr>
            <a:r>
              <a:rPr lang="en-AU" sz="800" b="0" i="0" cap="all" spc="210" dirty="0">
                <a:solidFill>
                  <a:schemeClr val="tx2"/>
                </a:solidFill>
                <a:latin typeface="Arial" panose="020B0604020202020204" pitchFamily="34" charset="0"/>
              </a:rPr>
              <a:t>STRICTLY PRIVATE AND CONFIDENTIAL</a:t>
            </a:r>
          </a:p>
        </p:txBody>
      </p:sp>
      <p:sp>
        <p:nvSpPr>
          <p:cNvPr id="8" name="Confidential"/>
          <p:cNvSpPr txBox="1"/>
          <p:nvPr userDrawn="1"/>
        </p:nvSpPr>
        <p:spPr>
          <a:xfrm>
            <a:off x="475488" y="7027587"/>
            <a:ext cx="7178040" cy="227755"/>
          </a:xfrm>
          <a:prstGeom prst="rect">
            <a:avLst/>
          </a:prstGeom>
          <a:noFill/>
        </p:spPr>
        <p:txBody>
          <a:bodyPr vert="horz" wrap="square" lIns="0" tIns="45720" rIns="0" bIns="45720" rtlCol="0" anchor="ctr">
            <a:spAutoFit/>
          </a:bodyPr>
          <a:lstStyle/>
          <a:p>
            <a:pPr algn="r">
              <a:lnSpc>
                <a:spcPct val="110000"/>
              </a:lnSpc>
            </a:pPr>
            <a:endParaRPr lang="en-AU" sz="800" b="0" i="0" cap="all" spc="210" dirty="0">
              <a:solidFill>
                <a:schemeClr val="tx2"/>
              </a:solidFill>
              <a:latin typeface="Arial" panose="020B0604020202020204" pitchFamily="34" charset="0"/>
            </a:endParaRPr>
          </a:p>
        </p:txBody>
      </p:sp>
      <p:sp>
        <p:nvSpPr>
          <p:cNvPr id="9" name="PageNumber"/>
          <p:cNvSpPr txBox="1"/>
          <p:nvPr userDrawn="1"/>
        </p:nvSpPr>
        <p:spPr>
          <a:xfrm>
            <a:off x="5234940" y="6918985"/>
            <a:ext cx="228600" cy="152349"/>
          </a:xfrm>
          <a:prstGeom prst="rect">
            <a:avLst/>
          </a:prstGeom>
          <a:noFill/>
        </p:spPr>
        <p:txBody>
          <a:bodyPr vert="horz" wrap="square" lIns="0" tIns="0" rIns="0" bIns="0" rtlCol="0" anchor="ctr">
            <a:spAutoFit/>
          </a:bodyPr>
          <a:lstStyle/>
          <a:p>
            <a:pPr algn="l">
              <a:lnSpc>
                <a:spcPct val="110000"/>
              </a:lnSpc>
            </a:pPr>
            <a:endParaRPr lang="en-AU" sz="900" b="0" i="0" dirty="0">
              <a:solidFill>
                <a:schemeClr val="tx2"/>
              </a:solidFill>
              <a:latin typeface="Arial" panose="020B0604020202020204" pitchFamily="34" charset="0"/>
            </a:endParaRPr>
          </a:p>
        </p:txBody>
      </p:sp>
      <p:sp>
        <p:nvSpPr>
          <p:cNvPr id="11" name="Rectangle 10"/>
          <p:cNvSpPr>
            <a:spLocks noChangeAspect="1"/>
          </p:cNvSpPr>
          <p:nvPr userDrawn="1">
            <p:custDataLst>
              <p:tags r:id="rId1"/>
            </p:custDataLst>
          </p:nvPr>
        </p:nvSpPr>
        <p:spPr>
          <a:xfrm>
            <a:off x="8614197" y="6821424"/>
            <a:ext cx="1288755" cy="259232"/>
          </a:xfrm>
          <a:prstGeom prst="rect">
            <a:avLst/>
          </a:prstGeom>
          <a:blipFill>
            <a:blip r:embed="rId3"/>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Tree>
    <p:extLst>
      <p:ext uri="{BB962C8B-B14F-4D97-AF65-F5344CB8AC3E}">
        <p14:creationId xmlns:p14="http://schemas.microsoft.com/office/powerpoint/2010/main" val="28926965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ection Header">
    <p:spTree>
      <p:nvGrpSpPr>
        <p:cNvPr id="1" name=""/>
        <p:cNvGrpSpPr/>
        <p:nvPr/>
      </p:nvGrpSpPr>
      <p:grpSpPr>
        <a:xfrm>
          <a:off x="0" y="0"/>
          <a:ext cx="0" cy="0"/>
          <a:chOff x="0" y="0"/>
          <a:chExt cx="0" cy="0"/>
        </a:xfrm>
      </p:grpSpPr>
      <p:sp>
        <p:nvSpPr>
          <p:cNvPr id="3" name="AgendaLabel"/>
          <p:cNvSpPr txBox="1"/>
          <p:nvPr userDrawn="1">
            <p:custDataLst>
              <p:tags r:id="rId1"/>
            </p:custDataLst>
          </p:nvPr>
        </p:nvSpPr>
        <p:spPr>
          <a:xfrm>
            <a:off x="795528" y="246888"/>
            <a:ext cx="9107424" cy="685800"/>
          </a:xfrm>
          <a:prstGeom prst="rect">
            <a:avLst/>
          </a:prstGeom>
          <a:noFill/>
        </p:spPr>
        <p:txBody>
          <a:bodyPr vert="horz" wrap="square" lIns="0" tIns="0" rIns="0" bIns="0" rtlCol="0" anchor="b">
            <a:noAutofit/>
          </a:bodyPr>
          <a:lstStyle/>
          <a:p>
            <a:pPr algn="l">
              <a:lnSpc>
                <a:spcPct val="110000"/>
              </a:lnSpc>
            </a:pPr>
            <a:r>
              <a:rPr lang="en-AU" sz="1800" b="0" i="0" dirty="0">
                <a:solidFill>
                  <a:schemeClr val="tx2"/>
                </a:solidFill>
                <a:latin typeface="Arial" panose="020B0604020202020204" pitchFamily="34" charset="0"/>
              </a:rPr>
              <a:t>Agenda</a:t>
            </a:r>
          </a:p>
        </p:txBody>
      </p:sp>
      <p:sp>
        <p:nvSpPr>
          <p:cNvPr id="4" name="AgendaPage"/>
          <p:cNvSpPr txBox="1"/>
          <p:nvPr userDrawn="1">
            <p:custDataLst>
              <p:tags r:id="rId2"/>
            </p:custDataLst>
          </p:nvPr>
        </p:nvSpPr>
        <p:spPr>
          <a:xfrm>
            <a:off x="9513422" y="1463040"/>
            <a:ext cx="389530" cy="295337"/>
          </a:xfrm>
          <a:prstGeom prst="rect">
            <a:avLst/>
          </a:prstGeom>
          <a:noFill/>
        </p:spPr>
        <p:txBody>
          <a:bodyPr vert="horz" wrap="none" lIns="0" tIns="45720" rIns="0" bIns="45720" rtlCol="0" anchor="t">
            <a:spAutoFit/>
          </a:bodyPr>
          <a:lstStyle/>
          <a:p>
            <a:pPr algn="r">
              <a:lnSpc>
                <a:spcPct val="110000"/>
              </a:lnSpc>
            </a:pPr>
            <a:r>
              <a:rPr lang="en-AU" sz="1300" b="0" i="0" dirty="0">
                <a:solidFill>
                  <a:schemeClr val="tx2"/>
                </a:solidFill>
                <a:latin typeface="Arial" panose="020B0604020202020204" pitchFamily="34" charset="0"/>
              </a:rPr>
              <a:t>Page</a:t>
            </a:r>
          </a:p>
        </p:txBody>
      </p:sp>
      <p:sp>
        <p:nvSpPr>
          <p:cNvPr id="5" name="AgendaTable"/>
          <p:cNvSpPr>
            <a:spLocks noGrp="1"/>
          </p:cNvSpPr>
          <p:nvPr>
            <p:ph type="tbl" idx="10"/>
          </p:nvPr>
        </p:nvSpPr>
        <p:spPr>
          <a:xfrm>
            <a:off x="777240" y="1828800"/>
            <a:ext cx="9107424" cy="5029200"/>
          </a:xfrm>
        </p:spPr>
        <p:txBody>
          <a:bodyPr/>
          <a:lstStyle>
            <a:lvl1pPr marL="3175" indent="0">
              <a:buFontTx/>
              <a:buNone/>
              <a:defRPr sz="1300" b="0" i="0">
                <a:solidFill>
                  <a:schemeClr val="bg2"/>
                </a:solidFill>
                <a:latin typeface="Arial" panose="020B0604020202020204" pitchFamily="34" charset="0"/>
              </a:defRPr>
            </a:lvl1pPr>
          </a:lstStyle>
          <a:p>
            <a:r>
              <a:rPr lang="en-US"/>
              <a:t>Click icon to add table</a:t>
            </a:r>
          </a:p>
        </p:txBody>
      </p:sp>
    </p:spTree>
    <p:extLst>
      <p:ext uri="{BB962C8B-B14F-4D97-AF65-F5344CB8AC3E}">
        <p14:creationId xmlns:p14="http://schemas.microsoft.com/office/powerpoint/2010/main" val="2276677254"/>
      </p:ext>
    </p:extLst>
  </p:cSld>
  <p:clrMapOvr>
    <a:masterClrMapping/>
  </p:clrMapOvr>
  <p:hf sldNum="0" hd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type="body" idx="10"/>
          </p:nvPr>
        </p:nvSpPr>
        <p:spPr>
          <a:xfrm>
            <a:off x="795528" y="1591056"/>
            <a:ext cx="9107424" cy="5029200"/>
          </a:xfrm>
        </p:spPr>
        <p:txBody>
          <a:bodyPr vert="horz" wrap="square" lIns="91440" tIns="36576" rIns="36576" bIns="36576" anchor="t">
            <a:noAutofit/>
          </a:bodyPr>
          <a:lstStyle>
            <a:lvl1pPr marL="3175" indent="0" algn="l">
              <a:lnSpc>
                <a:spcPct val="110000"/>
              </a:lnSpc>
              <a:spcBef>
                <a:spcPct val="0"/>
              </a:spcBef>
              <a:buFontTx/>
              <a:buNone/>
              <a:defRPr sz="1200" b="0" i="0">
                <a:solidFill>
                  <a:schemeClr val="tx2"/>
                </a:solidFill>
                <a:latin typeface="Arial" panose="020B0604020202020204" pitchFamily="34" charset="0"/>
              </a:defRPr>
            </a:lvl1pPr>
            <a:lvl2pPr marL="0" indent="0" algn="l">
              <a:lnSpc>
                <a:spcPct val="110000"/>
              </a:lnSpc>
              <a:spcBef>
                <a:spcPct val="0"/>
              </a:spcBef>
              <a:buFontTx/>
              <a:buNone/>
              <a:defRPr sz="1200" b="0" i="0">
                <a:solidFill>
                  <a:schemeClr val="tx2"/>
                </a:solidFill>
                <a:latin typeface="Arial" panose="020B0604020202020204" pitchFamily="34" charset="0"/>
              </a:defRPr>
            </a:lvl2pPr>
            <a:lvl3pPr marL="210312" indent="0" algn="l">
              <a:lnSpc>
                <a:spcPct val="110000"/>
              </a:lnSpc>
              <a:spcBef>
                <a:spcPct val="0"/>
              </a:spcBef>
              <a:buFontTx/>
              <a:buNone/>
              <a:defRPr sz="1200" b="0" i="0">
                <a:solidFill>
                  <a:schemeClr val="tx2"/>
                </a:solidFill>
                <a:latin typeface="Arial" panose="020B0604020202020204" pitchFamily="34" charset="0"/>
              </a:defRPr>
            </a:lvl3pPr>
            <a:lvl4pPr marL="420624" indent="0" algn="l">
              <a:lnSpc>
                <a:spcPct val="110000"/>
              </a:lnSpc>
              <a:spcBef>
                <a:spcPct val="0"/>
              </a:spcBef>
              <a:buFontTx/>
              <a:buNone/>
              <a:defRPr sz="1200" b="0" i="0">
                <a:solidFill>
                  <a:schemeClr val="tx2"/>
                </a:solidFill>
                <a:latin typeface="Arial" panose="020B0604020202020204" pitchFamily="34" charset="0"/>
              </a:defRPr>
            </a:lvl4pPr>
            <a:lvl5pPr marL="649224" indent="0" algn="l">
              <a:lnSpc>
                <a:spcPct val="110000"/>
              </a:lnSpc>
              <a:spcBef>
                <a:spcPct val="0"/>
              </a:spcBef>
              <a:buFontTx/>
              <a:buNone/>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7121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hree Conten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2852928" cy="44805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3922776" y="1892808"/>
            <a:ext cx="2852928"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050024" y="1892808"/>
            <a:ext cx="2852928"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41799708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hree Content W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709928"/>
            <a:ext cx="9107424" cy="1307592"/>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3383280"/>
            <a:ext cx="9107424"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95528" y="5065776"/>
            <a:ext cx="9107424"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ageSubtitle"/>
          <p:cNvSpPr>
            <a:spLocks noGrp="1"/>
          </p:cNvSpPr>
          <p:nvPr>
            <p:ph type="subTitle" sz="quarter" idx="13" hasCustomPrompt="1"/>
          </p:nvPr>
        </p:nvSpPr>
        <p:spPr>
          <a:xfrm>
            <a:off x="795528" y="1115568"/>
            <a:ext cx="9107424" cy="365760"/>
          </a:xfrm>
          <a:prstGeom prst="rect">
            <a:avLst/>
          </a:prstGeom>
        </p:spPr>
        <p:txBody>
          <a:bodyPr vert="horz" wrap="none" lIns="0" tIns="0" rIns="0" bIns="0" anchor="t">
            <a:noAutofit/>
          </a:bodyPr>
          <a:lstStyle>
            <a:lvl1pPr marL="0" indent="0" algn="l">
              <a:spcBef>
                <a:spcPts val="1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Event name/subtitle</a:t>
            </a:r>
          </a:p>
        </p:txBody>
      </p:sp>
    </p:spTree>
    <p:extLst>
      <p:ext uri="{BB962C8B-B14F-4D97-AF65-F5344CB8AC3E}">
        <p14:creationId xmlns:p14="http://schemas.microsoft.com/office/powerpoint/2010/main" val="298335180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Six Content 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709928"/>
            <a:ext cx="4279392" cy="1307592"/>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795528" y="3383280"/>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95528" y="5065776"/>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5623560" y="1709928"/>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p:cNvSpPr>
            <a:spLocks noGrp="1"/>
          </p:cNvSpPr>
          <p:nvPr>
            <p:ph sz="quarter" idx="14"/>
          </p:nvPr>
        </p:nvSpPr>
        <p:spPr>
          <a:xfrm>
            <a:off x="5623560" y="3383280"/>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p:cNvSpPr>
            <a:spLocks noGrp="1"/>
          </p:cNvSpPr>
          <p:nvPr>
            <p:ph sz="quarter" idx="15"/>
          </p:nvPr>
        </p:nvSpPr>
        <p:spPr>
          <a:xfrm>
            <a:off x="5623560" y="5065776"/>
            <a:ext cx="4279392" cy="1307592"/>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Subtitle"/>
          <p:cNvSpPr>
            <a:spLocks noGrp="1"/>
          </p:cNvSpPr>
          <p:nvPr>
            <p:ph type="subTitle" sz="quarter" idx="16"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870971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Six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2852928"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3922776" y="1892808"/>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7050024" y="1892808"/>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795528" y="4407408"/>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p:cNvSpPr>
            <a:spLocks noGrp="1"/>
          </p:cNvSpPr>
          <p:nvPr>
            <p:ph sz="quarter" idx="14"/>
          </p:nvPr>
        </p:nvSpPr>
        <p:spPr>
          <a:xfrm>
            <a:off x="3922776" y="4407408"/>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p:cNvSpPr>
            <a:spLocks noGrp="1"/>
          </p:cNvSpPr>
          <p:nvPr>
            <p:ph sz="quarter" idx="15"/>
          </p:nvPr>
        </p:nvSpPr>
        <p:spPr>
          <a:xfrm>
            <a:off x="7050024" y="4407408"/>
            <a:ext cx="2852928"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ageSubtitle"/>
          <p:cNvSpPr>
            <a:spLocks noGrp="1"/>
          </p:cNvSpPr>
          <p:nvPr>
            <p:ph type="subTitle" sz="quarter" idx="16"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8804072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Eight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1"/>
          <p:cNvSpPr>
            <a:spLocks noGrp="1"/>
          </p:cNvSpPr>
          <p:nvPr>
            <p:ph idx="10"/>
          </p:nvPr>
        </p:nvSpPr>
        <p:spPr>
          <a:xfrm>
            <a:off x="795528" y="1892808"/>
            <a:ext cx="2139696" cy="1965960"/>
          </a:xfr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2"/>
          <p:cNvSpPr>
            <a:spLocks noGrp="1"/>
          </p:cNvSpPr>
          <p:nvPr>
            <p:ph sz="quarter" idx="11"/>
          </p:nvPr>
        </p:nvSpPr>
        <p:spPr>
          <a:xfrm>
            <a:off x="3118104" y="18928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3"/>
          <p:cNvSpPr>
            <a:spLocks noGrp="1"/>
          </p:cNvSpPr>
          <p:nvPr>
            <p:ph sz="quarter" idx="12"/>
          </p:nvPr>
        </p:nvSpPr>
        <p:spPr>
          <a:xfrm>
            <a:off x="5440680" y="18928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4"/>
          <p:cNvSpPr>
            <a:spLocks noGrp="1"/>
          </p:cNvSpPr>
          <p:nvPr>
            <p:ph sz="quarter" idx="13"/>
          </p:nvPr>
        </p:nvSpPr>
        <p:spPr>
          <a:xfrm>
            <a:off x="7763256" y="18928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5"/>
          <p:cNvSpPr>
            <a:spLocks noGrp="1"/>
          </p:cNvSpPr>
          <p:nvPr>
            <p:ph sz="quarter" idx="14"/>
          </p:nvPr>
        </p:nvSpPr>
        <p:spPr>
          <a:xfrm>
            <a:off x="795528" y="44074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6"/>
          <p:cNvSpPr>
            <a:spLocks noGrp="1"/>
          </p:cNvSpPr>
          <p:nvPr>
            <p:ph sz="quarter" idx="15"/>
          </p:nvPr>
        </p:nvSpPr>
        <p:spPr>
          <a:xfrm>
            <a:off x="3118104" y="44074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7"/>
          <p:cNvSpPr>
            <a:spLocks noGrp="1"/>
          </p:cNvSpPr>
          <p:nvPr>
            <p:ph sz="quarter" idx="16"/>
          </p:nvPr>
        </p:nvSpPr>
        <p:spPr>
          <a:xfrm>
            <a:off x="5440680" y="44074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8"/>
          <p:cNvSpPr>
            <a:spLocks noGrp="1"/>
          </p:cNvSpPr>
          <p:nvPr>
            <p:ph sz="quarter" idx="17"/>
          </p:nvPr>
        </p:nvSpPr>
        <p:spPr>
          <a:xfrm>
            <a:off x="7763256" y="4407408"/>
            <a:ext cx="2139696" cy="19659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ageSubtitle"/>
          <p:cNvSpPr>
            <a:spLocks noGrp="1"/>
          </p:cNvSpPr>
          <p:nvPr>
            <p:ph type="subTitle" sz="quarter" idx="18" hasCustomPrompt="1"/>
          </p:nvPr>
        </p:nvSpPr>
        <p:spPr>
          <a:xfrm>
            <a:off x="795528" y="1115568"/>
            <a:ext cx="9107424" cy="365760"/>
          </a:xfrm>
          <a:prstGeom prst="rect">
            <a:avLst/>
          </a:prstGeo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Tree>
    <p:extLst>
      <p:ext uri="{BB962C8B-B14F-4D97-AF65-F5344CB8AC3E}">
        <p14:creationId xmlns:p14="http://schemas.microsoft.com/office/powerpoint/2010/main" val="17971561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Call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PageSubtitle"/>
          <p:cNvSpPr>
            <a:spLocks noGrp="1"/>
          </p:cNvSpPr>
          <p:nvPr>
            <p:ph type="subTitle" idx="10" hasCustomPrompt="1"/>
          </p:nvPr>
        </p:nvSpPr>
        <p:spPr>
          <a:xfrm>
            <a:off x="795528" y="1115568"/>
            <a:ext cx="9107424" cy="365760"/>
          </a:xfrm>
        </p:spPr>
        <p:txBody>
          <a:bodyPr vert="horz" wrap="square" lIns="0" tIns="0" rIns="0" bIns="0" anchor="t">
            <a:noAutofit/>
          </a:bodyPr>
          <a:lstStyle>
            <a:lvl1pPr marL="0" indent="0" algn="l">
              <a:lnSpc>
                <a:spcPct val="110000"/>
              </a:lnSpc>
              <a:spcBef>
                <a:spcPts val="1000"/>
              </a:spcBef>
              <a:buFontTx/>
              <a:buNone/>
              <a:defRPr sz="1500" b="0" i="0">
                <a:solidFill>
                  <a:schemeClr val="tx2"/>
                </a:solidFill>
                <a:latin typeface="Arial" panose="020B0604020202020204"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Page Subtitle</a:t>
            </a:r>
          </a:p>
        </p:txBody>
      </p:sp>
      <p:sp>
        <p:nvSpPr>
          <p:cNvPr id="4" name="Content1"/>
          <p:cNvSpPr>
            <a:spLocks noGrp="1"/>
          </p:cNvSpPr>
          <p:nvPr>
            <p:ph sz="quarter" idx="11"/>
          </p:nvPr>
        </p:nvSpPr>
        <p:spPr>
          <a:xfrm>
            <a:off x="795528" y="1892808"/>
            <a:ext cx="2194560"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2"/>
          <p:cNvSpPr>
            <a:spLocks noGrp="1"/>
          </p:cNvSpPr>
          <p:nvPr>
            <p:ph sz="quarter" idx="12"/>
          </p:nvPr>
        </p:nvSpPr>
        <p:spPr>
          <a:xfrm>
            <a:off x="3429000" y="1892808"/>
            <a:ext cx="6473952" cy="4480560"/>
          </a:xfrm>
          <a:prstGeom prst="rect">
            <a:avLst/>
          </a:prstGeom>
        </p:spPr>
        <p:txBody>
          <a:bodyPr/>
          <a:lstStyle>
            <a:lvl1pPr>
              <a:defRPr sz="1200" b="0" i="0">
                <a:solidFill>
                  <a:schemeClr val="tx2"/>
                </a:solidFill>
                <a:latin typeface="Arial" panose="020B0604020202020204" pitchFamily="34" charset="0"/>
              </a:defRPr>
            </a:lvl1pPr>
            <a:lvl2pPr>
              <a:defRPr sz="1200" b="0" i="0">
                <a:solidFill>
                  <a:schemeClr val="tx2"/>
                </a:solidFill>
                <a:latin typeface="Arial" panose="020B0604020202020204" pitchFamily="34" charset="0"/>
              </a:defRPr>
            </a:lvl2pPr>
            <a:lvl3pPr>
              <a:defRPr sz="1200" b="0" i="0">
                <a:solidFill>
                  <a:schemeClr val="tx2"/>
                </a:solidFill>
                <a:latin typeface="Arial" panose="020B0604020202020204" pitchFamily="34" charset="0"/>
              </a:defRPr>
            </a:lvl3pPr>
            <a:lvl4pPr>
              <a:defRPr sz="1200" b="0" i="0">
                <a:solidFill>
                  <a:schemeClr val="tx2"/>
                </a:solidFill>
                <a:latin typeface="Arial" panose="020B0604020202020204" pitchFamily="34" charset="0"/>
              </a:defRPr>
            </a:lvl4pPr>
            <a:lvl5pPr>
              <a:defRPr sz="1200" b="0" i="0">
                <a:solidFill>
                  <a:schemeClr val="tx2"/>
                </a:solidFill>
                <a:latin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p:cNvCxnSpPr/>
          <p:nvPr userDrawn="1"/>
        </p:nvCxnSpPr>
        <p:spPr>
          <a:xfrm>
            <a:off x="3209544" y="1892808"/>
            <a:ext cx="0" cy="4480560"/>
          </a:xfrm>
          <a:prstGeom prst="line">
            <a:avLst/>
          </a:prstGeom>
          <a:ln w="9525">
            <a:solidFill>
              <a:srgbClr val="AFB1B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4218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tm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2.xml"/><Relationship Id="rId30" Type="http://schemas.openxmlformats.org/officeDocument/2006/relationships/tags" Target="../tags/tag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Title"/>
          <p:cNvSpPr>
            <a:spLocks noGrp="1"/>
          </p:cNvSpPr>
          <p:nvPr>
            <p:ph type="title"/>
          </p:nvPr>
        </p:nvSpPr>
        <p:spPr>
          <a:xfrm>
            <a:off x="795528" y="246888"/>
            <a:ext cx="9107424" cy="685800"/>
          </a:xfrm>
          <a:prstGeom prst="rect">
            <a:avLst/>
          </a:prstGeom>
        </p:spPr>
        <p:txBody>
          <a:bodyPr vert="horz" wrap="square" lIns="0" tIns="0" rIns="0" bIns="0" rtlCol="0" anchor="b">
            <a:noAutofit/>
          </a:bodyPr>
          <a:lstStyle/>
          <a:p>
            <a:r>
              <a:rPr lang="en-US"/>
              <a:t>Click to edit Master title style</a:t>
            </a:r>
          </a:p>
        </p:txBody>
      </p:sp>
      <p:sp>
        <p:nvSpPr>
          <p:cNvPr id="3" name="PlaceholderBody"/>
          <p:cNvSpPr>
            <a:spLocks noGrp="1"/>
          </p:cNvSpPr>
          <p:nvPr>
            <p:ph type="body" idx="1"/>
          </p:nvPr>
        </p:nvSpPr>
        <p:spPr>
          <a:xfrm>
            <a:off x="795528" y="1527048"/>
            <a:ext cx="9107424" cy="5029200"/>
          </a:xfrm>
          <a:prstGeom prst="rect">
            <a:avLst/>
          </a:prstGeom>
        </p:spPr>
        <p:txBody>
          <a:bodyPr vert="horz" wrap="square" lIns="91440" tIns="36576" rIns="36576" bIns="36576" rtlCol="0" anchor="t">
            <a:noAutofit/>
          </a:bodyPr>
          <a:lstStyle/>
          <a:p>
            <a:pPr marL="12192" lvl="0" indent="-9017" algn="l" defTabSz="914400" rtl="0" eaLnBrk="1" latinLnBrk="0" hangingPunct="1">
              <a:lnSpc>
                <a:spcPct val="110000"/>
              </a:lnSpc>
              <a:spcBef>
                <a:spcPts val="910"/>
              </a:spcBef>
              <a:spcAft>
                <a:spcPct val="0"/>
              </a:spcAft>
              <a:buFont typeface="Arial" panose="020B0604020202020204" pitchFamily="34" charset="0"/>
              <a:buNone/>
            </a:pPr>
            <a:r>
              <a:rPr lang="en-US"/>
              <a:t>Body Text</a:t>
            </a:r>
          </a:p>
          <a:p>
            <a:pPr marL="742950" lvl="1" indent="-285750" algn="l" defTabSz="914400" rtl="0" eaLnBrk="1" latinLnBrk="0" hangingPunct="1">
              <a:lnSpc>
                <a:spcPct val="110000"/>
              </a:lnSpc>
              <a:spcBef>
                <a:spcPts val="600"/>
              </a:spcBef>
              <a:spcAft>
                <a:spcPct val="0"/>
              </a:spcAft>
              <a:buClr>
                <a:schemeClr val="bg2"/>
              </a:buClr>
              <a:buSzPct val="92000"/>
              <a:buFont typeface="Arial" panose="020B0604020202020204" pitchFamily="34" charset="0"/>
              <a:buChar char="•"/>
            </a:pPr>
            <a:r>
              <a:rPr lang="en-US"/>
              <a:t>Bullet one</a:t>
            </a:r>
          </a:p>
          <a:p>
            <a:pPr marL="1143000" lvl="2" indent="-228600" algn="l" defTabSz="914400" rtl="0" eaLnBrk="1" latinLnBrk="0" hangingPunct="1">
              <a:lnSpc>
                <a:spcPct val="110000"/>
              </a:lnSpc>
              <a:spcBef>
                <a:spcPts val="300"/>
              </a:spcBef>
              <a:spcAft>
                <a:spcPct val="0"/>
              </a:spcAft>
              <a:buClr>
                <a:schemeClr val="tx2"/>
              </a:buClr>
              <a:buSzPct val="92000"/>
              <a:buFont typeface="Arial" panose="020B0604020202020204" pitchFamily="34" charset="0"/>
              <a:buChar char="•"/>
            </a:pPr>
            <a:r>
              <a:rPr lang="en-US"/>
              <a:t>Bullet two</a:t>
            </a:r>
          </a:p>
          <a:p>
            <a:pPr marL="1600200" lvl="3" indent="-228600" algn="l" defTabSz="914400" rtl="0" eaLnBrk="1" latinLnBrk="0" hangingPunct="1">
              <a:lnSpc>
                <a:spcPct val="110000"/>
              </a:lnSpc>
              <a:spcBef>
                <a:spcPts val="100"/>
              </a:spcBef>
              <a:spcAft>
                <a:spcPct val="0"/>
              </a:spcAft>
              <a:buClr>
                <a:schemeClr val="tx2"/>
              </a:buClr>
              <a:buSzPct val="100000"/>
              <a:buFont typeface="Arial" panose="020B0604020202020204" pitchFamily="34" charset="0"/>
              <a:buChar char="•"/>
            </a:pPr>
            <a:r>
              <a:rPr lang="en-US"/>
              <a:t>Bullet three</a:t>
            </a:r>
          </a:p>
          <a:p>
            <a:pPr marL="2057400" lvl="4" indent="-228600" algn="l" defTabSz="914400" rtl="0" eaLnBrk="1" latinLnBrk="0" hangingPunct="1">
              <a:lnSpc>
                <a:spcPct val="110000"/>
              </a:lnSpc>
              <a:spcBef>
                <a:spcPts val="0"/>
              </a:spcBef>
              <a:spcAft>
                <a:spcPct val="0"/>
              </a:spcAft>
              <a:buClr>
                <a:schemeClr val="tx2"/>
              </a:buClr>
              <a:buSzPct val="100000"/>
              <a:buFont typeface="Arial" panose="020B0604020202020204" pitchFamily="34" charset="0"/>
              <a:buChar char="•"/>
            </a:pPr>
            <a:r>
              <a:rPr lang="en-US"/>
              <a:t>Bullet four</a:t>
            </a:r>
          </a:p>
        </p:txBody>
      </p:sp>
      <p:cxnSp>
        <p:nvCxnSpPr>
          <p:cNvPr id="4" name="Straight Connector 3"/>
          <p:cNvCxnSpPr/>
          <p:nvPr userDrawn="1"/>
        </p:nvCxnSpPr>
        <p:spPr>
          <a:xfrm>
            <a:off x="795528" y="1024128"/>
            <a:ext cx="9107424" cy="0"/>
          </a:xfrm>
          <a:prstGeom prst="line">
            <a:avLst/>
          </a:prstGeom>
          <a:ln w="57150">
            <a:solidFill>
              <a:schemeClr val="bg2"/>
            </a:solidFill>
          </a:ln>
        </p:spPr>
        <p:style>
          <a:lnRef idx="1">
            <a:schemeClr val="accent1"/>
          </a:lnRef>
          <a:fillRef idx="0">
            <a:schemeClr val="accent1"/>
          </a:fillRef>
          <a:effectRef idx="0">
            <a:schemeClr val="accent1"/>
          </a:effectRef>
          <a:fontRef idx="minor">
            <a:schemeClr val="tx1"/>
          </a:fontRef>
        </p:style>
      </p:cxnSp>
      <p:sp>
        <p:nvSpPr>
          <p:cNvPr id="5" name="ConfidentialInternal"/>
          <p:cNvSpPr txBox="1"/>
          <p:nvPr userDrawn="1">
            <p:custDataLst>
              <p:tags r:id="rId27"/>
            </p:custDataLst>
          </p:nvPr>
        </p:nvSpPr>
        <p:spPr>
          <a:xfrm>
            <a:off x="2724912" y="246888"/>
            <a:ext cx="7178040" cy="219456"/>
          </a:xfrm>
          <a:prstGeom prst="rect">
            <a:avLst/>
          </a:prstGeom>
          <a:noFill/>
        </p:spPr>
        <p:txBody>
          <a:bodyPr vert="horz" wrap="square" lIns="0" tIns="0" rIns="0" bIns="0" rtlCol="0" anchor="t">
            <a:noAutofit/>
          </a:bodyPr>
          <a:lstStyle/>
          <a:p>
            <a:pPr algn="r">
              <a:lnSpc>
                <a:spcPct val="110000"/>
              </a:lnSpc>
            </a:pPr>
            <a:r>
              <a:rPr lang="en-AU" sz="700" b="0" i="0" cap="all" spc="210" dirty="0">
                <a:solidFill>
                  <a:schemeClr val="tx2"/>
                </a:solidFill>
                <a:latin typeface="Arial" panose="020B0604020202020204" pitchFamily="34" charset="0"/>
              </a:rPr>
              <a:t>Confidential</a:t>
            </a:r>
          </a:p>
        </p:txBody>
      </p:sp>
      <p:sp>
        <p:nvSpPr>
          <p:cNvPr id="6" name="Confidential" hidden="1"/>
          <p:cNvSpPr txBox="1"/>
          <p:nvPr userDrawn="1">
            <p:custDataLst>
              <p:tags r:id="rId28"/>
            </p:custDataLst>
          </p:nvPr>
        </p:nvSpPr>
        <p:spPr>
          <a:xfrm>
            <a:off x="475488" y="7059168"/>
            <a:ext cx="7178040" cy="201658"/>
          </a:xfrm>
          <a:prstGeom prst="rect">
            <a:avLst/>
          </a:prstGeom>
          <a:noFill/>
        </p:spPr>
        <p:txBody>
          <a:bodyPr vert="horz" wrap="square" lIns="0" tIns="45720" rIns="0" bIns="45720" rtlCol="0" anchor="t">
            <a:spAutoFit/>
          </a:bodyPr>
          <a:lstStyle/>
          <a:p>
            <a:pPr algn="r">
              <a:lnSpc>
                <a:spcPct val="110000"/>
              </a:lnSpc>
            </a:pPr>
            <a:r>
              <a:rPr lang="en-AU" sz="700" b="0" i="0" cap="all" spc="210" dirty="0">
                <a:solidFill>
                  <a:schemeClr val="tx2"/>
                </a:solidFill>
                <a:latin typeface="Arial" panose="020B0604020202020204" pitchFamily="34" charset="0"/>
              </a:rPr>
              <a:t>Confidential</a:t>
            </a:r>
          </a:p>
        </p:txBody>
      </p:sp>
      <p:sp>
        <p:nvSpPr>
          <p:cNvPr id="7" name="SubsectionTracker"/>
          <p:cNvSpPr txBox="1"/>
          <p:nvPr userDrawn="1"/>
        </p:nvSpPr>
        <p:spPr>
          <a:xfrm>
            <a:off x="795528" y="216093"/>
            <a:ext cx="65" cy="143886"/>
          </a:xfrm>
          <a:prstGeom prst="rect">
            <a:avLst/>
          </a:prstGeom>
          <a:noFill/>
        </p:spPr>
        <p:txBody>
          <a:bodyPr vert="horz" wrap="none" lIns="0" tIns="0" rIns="0" bIns="0" rtlCol="0" anchor="ctr">
            <a:spAutoFit/>
          </a:bodyPr>
          <a:lstStyle/>
          <a:p>
            <a:pPr algn="l">
              <a:lnSpc>
                <a:spcPct val="110000"/>
              </a:lnSpc>
            </a:pPr>
            <a:endParaRPr lang="en-AU" sz="850" b="0" i="0" dirty="0">
              <a:solidFill>
                <a:schemeClr val="bg2"/>
              </a:solidFill>
              <a:latin typeface="Arial Narrow" panose="020B0606020202030204" pitchFamily="34" charset="0"/>
            </a:endParaRPr>
          </a:p>
        </p:txBody>
      </p:sp>
      <p:sp>
        <p:nvSpPr>
          <p:cNvPr id="8" name="PageNumber"/>
          <p:cNvSpPr txBox="1"/>
          <p:nvPr userDrawn="1"/>
        </p:nvSpPr>
        <p:spPr>
          <a:xfrm>
            <a:off x="5234940" y="6903720"/>
            <a:ext cx="228600" cy="182880"/>
          </a:xfrm>
          <a:prstGeom prst="rect">
            <a:avLst/>
          </a:prstGeom>
          <a:noFill/>
        </p:spPr>
        <p:txBody>
          <a:bodyPr vert="horz" wrap="none" lIns="0" tIns="0" rIns="0" bIns="0" rtlCol="0" anchor="ctr">
            <a:noAutofit/>
          </a:bodyPr>
          <a:lstStyle/>
          <a:p>
            <a:pPr algn="ctr">
              <a:lnSpc>
                <a:spcPct val="110000"/>
              </a:lnSpc>
            </a:pPr>
            <a:endParaRPr lang="en-AU" sz="900" b="0" i="0" dirty="0">
              <a:solidFill>
                <a:schemeClr val="tx2"/>
              </a:solidFill>
              <a:latin typeface="Arial" panose="020B0604020202020204" pitchFamily="34" charset="0"/>
            </a:endParaRPr>
          </a:p>
        </p:txBody>
      </p:sp>
      <p:sp>
        <p:nvSpPr>
          <p:cNvPr id="10" name="ClientName"/>
          <p:cNvSpPr txBox="1"/>
          <p:nvPr userDrawn="1">
            <p:custDataLst>
              <p:tags r:id="rId29"/>
            </p:custDataLst>
          </p:nvPr>
        </p:nvSpPr>
        <p:spPr>
          <a:xfrm>
            <a:off x="795528" y="6967728"/>
            <a:ext cx="1828800" cy="118872"/>
          </a:xfrm>
          <a:prstGeom prst="rect">
            <a:avLst/>
          </a:prstGeom>
          <a:noFill/>
          <a:extLst>
            <a:ext uri="{909E8E84-426E-40DD-AFC4-6F175D3DCCD1}">
              <a14:hiddenFill xmlns:a14="http://schemas.microsoft.com/office/drawing/2010/main">
                <a:solidFill>
                  <a:scrgbClr r="0" g="0" b="0"/>
                </a:solidFill>
              </a14:hiddenFill>
            </a:ext>
          </a:extLst>
        </p:spPr>
        <p:txBody>
          <a:bodyPr vert="horz" wrap="none" lIns="0" tIns="0" rIns="0" bIns="0" rtlCol="0" anchor="b">
            <a:noAutofit/>
          </a:bodyPr>
          <a:lstStyle/>
          <a:p>
            <a:pPr algn="l">
              <a:lnSpc>
                <a:spcPct val="110000"/>
              </a:lnSpc>
            </a:pPr>
            <a:endParaRPr lang="en-AU" sz="900" b="0" i="0" cap="all" spc="150" dirty="0">
              <a:solidFill>
                <a:schemeClr val="tx2"/>
              </a:solidFill>
              <a:latin typeface="Arial" panose="020B0604020202020204" pitchFamily="34" charset="0"/>
            </a:endParaRPr>
          </a:p>
        </p:txBody>
      </p:sp>
      <p:sp>
        <p:nvSpPr>
          <p:cNvPr id="12" name="Rectangle 11"/>
          <p:cNvSpPr>
            <a:spLocks noChangeAspect="1"/>
          </p:cNvSpPr>
          <p:nvPr userDrawn="1">
            <p:custDataLst>
              <p:tags r:id="rId30"/>
            </p:custDataLst>
          </p:nvPr>
        </p:nvSpPr>
        <p:spPr>
          <a:xfrm>
            <a:off x="8614197" y="6821424"/>
            <a:ext cx="1288755" cy="259232"/>
          </a:xfrm>
          <a:prstGeom prst="rect">
            <a:avLst/>
          </a:prstGeom>
          <a:blipFill>
            <a:blip r:embed="rId31"/>
            <a:stretch>
              <a:fillRect/>
            </a:stretch>
          </a:blipFill>
          <a:ln w="9525" cap="flat" cmpd="sng" algn="ctr">
            <a:noFill/>
            <a:prstDash val="solid"/>
          </a:ln>
          <a:effectLst/>
          <a:extLst>
            <a:ext uri="{91240B29-F687-4F45-9708-019B960494DF}">
              <a14:hiddenLine xmlns:a14="http://schemas.microsoft.com/office/drawing/2010/main" w="9525" cap="flat" cmpd="sng" algn="ctr">
                <a:solidFill>
                  <a:schemeClr val="tx2"/>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Tree>
    <p:extLst>
      <p:ext uri="{BB962C8B-B14F-4D97-AF65-F5344CB8AC3E}">
        <p14:creationId xmlns:p14="http://schemas.microsoft.com/office/powerpoint/2010/main" val="237121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spcBef>
          <a:spcPct val="0"/>
        </a:spcBef>
        <a:buFontTx/>
        <a:buNone/>
        <a:defRPr sz="1800" b="0" i="0" kern="1200">
          <a:solidFill>
            <a:schemeClr val="tx2"/>
          </a:solidFill>
          <a:latin typeface="Arial" panose="020B0604020202020204" pitchFamily="34" charset="0"/>
          <a:ea typeface="+mj-ea"/>
          <a:cs typeface="+mj-cs"/>
        </a:defRPr>
      </a:lvl1pPr>
    </p:titleStyle>
    <p:bodyStyle>
      <a:lvl1pPr marL="12192" indent="-9017" algn="l" defTabSz="914400" rtl="0" eaLnBrk="1" latinLnBrk="0" hangingPunct="1">
        <a:lnSpc>
          <a:spcPct val="110000"/>
        </a:lnSpc>
        <a:spcBef>
          <a:spcPts val="910"/>
        </a:spcBef>
        <a:spcAft>
          <a:spcPct val="0"/>
        </a:spcAft>
        <a:buFontTx/>
        <a:buNone/>
        <a:defRPr sz="1200" b="0" i="0" kern="1200">
          <a:solidFill>
            <a:schemeClr val="tx2"/>
          </a:solidFill>
          <a:latin typeface="Arial" panose="020B0604020202020204" pitchFamily="34" charset="0"/>
          <a:ea typeface="+mn-ea"/>
          <a:cs typeface="+mn-cs"/>
        </a:defRPr>
      </a:lvl1pPr>
      <a:lvl2pPr marL="210312" indent="-210312" algn="l" defTabSz="914400" rtl="0" eaLnBrk="1" latinLnBrk="0" hangingPunct="1">
        <a:lnSpc>
          <a:spcPct val="110000"/>
        </a:lnSpc>
        <a:spcBef>
          <a:spcPts val="600"/>
        </a:spcBef>
        <a:spcAft>
          <a:spcPct val="0"/>
        </a:spcAft>
        <a:buClr>
          <a:schemeClr val="bg2"/>
        </a:buClr>
        <a:buSzPct val="92000"/>
        <a:buFont typeface="Wingdings" panose="05000000000000000000" pitchFamily="2" charset="2"/>
        <a:buChar char="n"/>
        <a:defRPr sz="1200" b="0" i="0" kern="1200">
          <a:solidFill>
            <a:schemeClr val="tx2"/>
          </a:solidFill>
          <a:latin typeface="Arial" panose="020B0604020202020204" pitchFamily="34" charset="0"/>
          <a:ea typeface="+mn-ea"/>
          <a:cs typeface="+mn-cs"/>
        </a:defRPr>
      </a:lvl2pPr>
      <a:lvl3pPr marL="420624" indent="-210312" algn="l" defTabSz="914400" rtl="0" eaLnBrk="1" latinLnBrk="0" hangingPunct="1">
        <a:lnSpc>
          <a:spcPct val="110000"/>
        </a:lnSpc>
        <a:spcBef>
          <a:spcPts val="300"/>
        </a:spcBef>
        <a:spcAft>
          <a:spcPct val="0"/>
        </a:spcAft>
        <a:buClr>
          <a:schemeClr val="tx2"/>
        </a:buClr>
        <a:buSzPct val="92000"/>
        <a:buFont typeface="Wingdings" panose="05000000000000000000" pitchFamily="2" charset="2"/>
        <a:buChar char="n"/>
        <a:defRPr sz="1200" b="0" i="0" kern="1200">
          <a:solidFill>
            <a:schemeClr val="tx2"/>
          </a:solidFill>
          <a:latin typeface="Arial" panose="020B0604020202020204" pitchFamily="34" charset="0"/>
          <a:ea typeface="+mn-ea"/>
          <a:cs typeface="+mn-cs"/>
        </a:defRPr>
      </a:lvl3pPr>
      <a:lvl4pPr marL="649224" indent="-228600" algn="l" defTabSz="914400" rtl="0" eaLnBrk="1" latinLnBrk="0" hangingPunct="1">
        <a:lnSpc>
          <a:spcPct val="110000"/>
        </a:lnSpc>
        <a:spcBef>
          <a:spcPts val="100"/>
        </a:spcBef>
        <a:spcAft>
          <a:spcPct val="0"/>
        </a:spcAft>
        <a:buClr>
          <a:schemeClr val="tx2"/>
        </a:buClr>
        <a:buSzPct val="100000"/>
        <a:buFont typeface="Arial" panose="020B0604020202020204" pitchFamily="34" charset="0"/>
        <a:buChar char="–"/>
        <a:defRPr sz="1200" b="0" i="0" kern="1200">
          <a:solidFill>
            <a:schemeClr val="tx2"/>
          </a:solidFill>
          <a:latin typeface="Arial" panose="020B0604020202020204" pitchFamily="34" charset="0"/>
          <a:ea typeface="+mn-ea"/>
          <a:cs typeface="+mn-cs"/>
        </a:defRPr>
      </a:lvl4pPr>
      <a:lvl5pPr marL="877824" indent="-228600" algn="l" defTabSz="914400" rtl="0" eaLnBrk="1" latinLnBrk="0" hangingPunct="1">
        <a:lnSpc>
          <a:spcPct val="110000"/>
        </a:lnSpc>
        <a:spcBef>
          <a:spcPts val="0"/>
        </a:spcBef>
        <a:spcAft>
          <a:spcPct val="0"/>
        </a:spcAft>
        <a:buClr>
          <a:schemeClr val="tx2"/>
        </a:buClr>
        <a:buSzPct val="100000"/>
        <a:buFont typeface="Arial" panose="020B0604020202020204" pitchFamily="34" charset="0"/>
        <a:buChar char="–"/>
        <a:defRPr sz="1200" b="0" i="0" kern="1200">
          <a:solidFill>
            <a:schemeClr val="tx2"/>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12192" indent="-9017" algn="l" defTabSz="914400" rtl="0" eaLnBrk="1" fontAlgn="b" latinLnBrk="0" hangingPunct="1">
        <a:lnSpc>
          <a:spcPct val="100000"/>
        </a:lnSpc>
        <a:spcBef>
          <a:spcPts val="265"/>
        </a:spcBef>
        <a:spcAft>
          <a:spcPct val="0"/>
        </a:spcAft>
        <a:buFontTx/>
        <a:buNone/>
        <a:defRPr sz="900" b="0" i="0" kern="1200">
          <a:solidFill>
            <a:schemeClr val="tx2"/>
          </a:solidFill>
          <a:latin typeface="Arial"/>
          <a:ea typeface="Arial Unicode MS"/>
          <a:cs typeface="+mn-cs"/>
        </a:defRPr>
      </a:lvl1pPr>
      <a:lvl2pPr marL="210312" indent="-210312" algn="l" defTabSz="914400" rtl="0" eaLnBrk="1" fontAlgn="b" latinLnBrk="0" hangingPunct="1">
        <a:lnSpc>
          <a:spcPct val="100000"/>
        </a:lnSpc>
        <a:spcBef>
          <a:spcPts val="265"/>
        </a:spcBef>
        <a:spcAft>
          <a:spcPct val="0"/>
        </a:spcAft>
        <a:buClr>
          <a:schemeClr val="bg2"/>
        </a:buClr>
        <a:buSzPct val="92000"/>
        <a:buFont typeface="Wingdings"/>
        <a:buChar char="n"/>
        <a:defRPr sz="900" b="0" i="0" kern="1200">
          <a:solidFill>
            <a:schemeClr val="tx2"/>
          </a:solidFill>
          <a:latin typeface="Arial"/>
          <a:ea typeface="Arial Unicode MS"/>
          <a:cs typeface="+mn-cs"/>
        </a:defRPr>
      </a:lvl2pPr>
      <a:lvl3pPr marL="420624" indent="-210312" algn="l" defTabSz="914400" rtl="0" eaLnBrk="1" fontAlgn="b" latinLnBrk="0" hangingPunct="1">
        <a:lnSpc>
          <a:spcPct val="100000"/>
        </a:lnSpc>
        <a:spcBef>
          <a:spcPts val="265"/>
        </a:spcBef>
        <a:spcAft>
          <a:spcPct val="0"/>
        </a:spcAft>
        <a:buClr>
          <a:schemeClr val="tx2"/>
        </a:buClr>
        <a:buSzPct val="92000"/>
        <a:buFont typeface="Wingdings"/>
        <a:buChar char="n"/>
        <a:defRPr sz="900" b="0" i="0" kern="1200">
          <a:solidFill>
            <a:schemeClr val="tx2"/>
          </a:solidFill>
          <a:latin typeface="Arial"/>
          <a:ea typeface="Arial Unicode MS"/>
          <a:cs typeface="+mn-cs"/>
        </a:defRPr>
      </a:lvl3pPr>
      <a:lvl4pPr marL="649224" indent="-228600" algn="l" defTabSz="914400" rtl="0" eaLnBrk="1" fontAlgn="b" latinLnBrk="0" hangingPunct="1">
        <a:lnSpc>
          <a:spcPct val="100000"/>
        </a:lnSpc>
        <a:spcBef>
          <a:spcPts val="265"/>
        </a:spcBef>
        <a:spcAft>
          <a:spcPct val="0"/>
        </a:spcAft>
        <a:buClr>
          <a:schemeClr val="tx2"/>
        </a:buClr>
        <a:buSzPct val="100000"/>
        <a:buFont typeface="Arial"/>
        <a:buChar char="–"/>
        <a:defRPr sz="900" b="0" i="0" kern="1200">
          <a:solidFill>
            <a:schemeClr val="tx2"/>
          </a:solidFill>
          <a:latin typeface="Arial"/>
          <a:ea typeface="Arial Unicode MS"/>
          <a:cs typeface="+mn-cs"/>
        </a:defRPr>
      </a:lvl4pPr>
      <a:lvl5pPr marL="877824" indent="-228600" algn="l" defTabSz="914400" rtl="0" eaLnBrk="1" fontAlgn="b" latinLnBrk="0" hangingPunct="1">
        <a:lnSpc>
          <a:spcPct val="100000"/>
        </a:lnSpc>
        <a:spcBef>
          <a:spcPts val="265"/>
        </a:spcBef>
        <a:spcAft>
          <a:spcPct val="0"/>
        </a:spcAft>
        <a:buClr>
          <a:schemeClr val="tx2"/>
        </a:buClr>
        <a:buSzPct val="100000"/>
        <a:buFont typeface="Arial"/>
        <a:buChar char="–"/>
        <a:defRPr sz="900" b="0" i="0" kern="1200">
          <a:solidFill>
            <a:schemeClr val="tx2"/>
          </a:solidFill>
          <a:latin typeface="Arial"/>
          <a:ea typeface="Arial Unicode MS"/>
          <a:cs typeface="+mn-cs"/>
        </a:defRPr>
      </a:lvl5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vmlDrawing" Target="../drawings/vmlDrawing1.v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17.xml"/><Relationship Id="rId1" Type="http://schemas.openxmlformats.org/officeDocument/2006/relationships/tags" Target="../tags/tag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a:xfrm>
            <a:off x="795528" y="246888"/>
            <a:ext cx="9107424" cy="685800"/>
          </a:xfrm>
        </p:spPr>
        <p:txBody>
          <a:bodyPr/>
          <a:lstStyle/>
          <a:p>
            <a:r>
              <a:rPr lang="en-AU" dirty="0" err="1"/>
              <a:t>HappyHour</a:t>
            </a:r>
            <a:r>
              <a:rPr lang="en-AU" dirty="0"/>
              <a:t> Co. Company Profile</a:t>
            </a:r>
          </a:p>
        </p:txBody>
      </p:sp>
      <p:sp>
        <p:nvSpPr>
          <p:cNvPr id="20" name="Subtitle 19"/>
          <p:cNvSpPr>
            <a:spLocks noGrp="1"/>
          </p:cNvSpPr>
          <p:nvPr>
            <p:ph type="subTitle" idx="10"/>
          </p:nvPr>
        </p:nvSpPr>
        <p:spPr/>
        <p:txBody>
          <a:bodyPr/>
          <a:lstStyle/>
          <a:p>
            <a:r>
              <a:rPr lang="en-US" dirty="0" err="1"/>
              <a:t>HappyHour</a:t>
            </a:r>
            <a:r>
              <a:rPr lang="en-US" dirty="0"/>
              <a:t> Co. – Strategic Acquisition Opportunity in Asia</a:t>
            </a:r>
            <a:endParaRPr lang="en-AU" sz="1400" dirty="0"/>
          </a:p>
        </p:txBody>
      </p:sp>
      <p:sp>
        <p:nvSpPr>
          <p:cNvPr id="12" name="TextBox 11"/>
          <p:cNvSpPr txBox="1">
            <a:spLocks/>
          </p:cNvSpPr>
          <p:nvPr>
            <p:custDataLst>
              <p:tags r:id="rId3"/>
            </p:custDataLst>
          </p:nvPr>
        </p:nvSpPr>
        <p:spPr>
          <a:xfrm>
            <a:off x="795528" y="1892808"/>
            <a:ext cx="4279392" cy="1965960"/>
          </a:xfrm>
          <a:prstGeom prst="rect">
            <a:avLst/>
          </a:prstGeom>
          <a:noFill/>
        </p:spPr>
        <p:txBody>
          <a:bodyPr vert="horz" wrap="square" lIns="91440" tIns="36576" rIns="36576" bIns="36576" rtlCol="0" anchor="t">
            <a:noAutofit/>
          </a:bodyPr>
          <a:lstStyle/>
          <a:p>
            <a:pPr marL="0" lvl="1">
              <a:lnSpc>
                <a:spcPct val="110000"/>
              </a:lnSpc>
              <a:spcBef>
                <a:spcPts val="600"/>
              </a:spcBef>
              <a:spcAft>
                <a:spcPct val="0"/>
              </a:spcAft>
              <a:buClr>
                <a:schemeClr val="bg2"/>
              </a:buClr>
              <a:buSzPct val="92000"/>
            </a:pPr>
            <a:r>
              <a:rPr lang="en-US" dirty="0" err="1"/>
              <a:t>HappyHour</a:t>
            </a:r>
            <a:r>
              <a:rPr lang="en-US" dirty="0"/>
              <a:t> Co. is a leading Asia-based producer and marketer of beer, spirits, and non-alcoholic beverages, headquartered in Singapore. Founded in 1975, it is the #1 player in beer, spirits, and non-alcoholic beverages in Singapore and Malaysia, with recent expansion into China and plans for new facilities in Cambodia. The company operates an integrated model, managing its own manufacturing (in Singapore and China), distribution, and direct sales.</a:t>
            </a:r>
            <a:endParaRPr lang="en-AU" sz="900" dirty="0">
              <a:solidFill>
                <a:schemeClr val="tx2"/>
              </a:solidFill>
              <a:latin typeface="Arial" panose="020B0604020202020204" pitchFamily="34" charset="0"/>
            </a:endParaRPr>
          </a:p>
        </p:txBody>
      </p:sp>
      <p:sp>
        <p:nvSpPr>
          <p:cNvPr id="13" name="TextBox 12"/>
          <p:cNvSpPr txBox="1"/>
          <p:nvPr/>
        </p:nvSpPr>
        <p:spPr>
          <a:xfrm>
            <a:off x="795528" y="1645920"/>
            <a:ext cx="4279392" cy="246888"/>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45720" rIns="45720" bIns="27432" rtlCol="0" anchor="b">
            <a:noAutofit/>
          </a:bodyPr>
          <a:lstStyle/>
          <a:p>
            <a:r>
              <a:rPr lang="en-AU" b="1" dirty="0">
                <a:latin typeface="Arial" panose="020B0604020202020204" pitchFamily="34" charset="0"/>
              </a:rPr>
              <a:t>Overview</a:t>
            </a:r>
          </a:p>
        </p:txBody>
      </p:sp>
      <p:sp>
        <p:nvSpPr>
          <p:cNvPr id="16" name="TextBox 15"/>
          <p:cNvSpPr txBox="1"/>
          <p:nvPr/>
        </p:nvSpPr>
        <p:spPr>
          <a:xfrm>
            <a:off x="795528" y="4160520"/>
            <a:ext cx="4279392" cy="246888"/>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45720" rIns="45720" bIns="27432" rtlCol="0" anchor="b">
            <a:noAutofit/>
          </a:bodyPr>
          <a:lstStyle/>
          <a:p>
            <a:r>
              <a:rPr lang="en-AU" b="1" dirty="0">
                <a:latin typeface="Arial" panose="020B0604020202020204" pitchFamily="34" charset="0"/>
              </a:rPr>
              <a:t>Shareholders</a:t>
            </a:r>
          </a:p>
        </p:txBody>
      </p:sp>
      <p:sp>
        <p:nvSpPr>
          <p:cNvPr id="18" name="TextBox 17"/>
          <p:cNvSpPr txBox="1">
            <a:spLocks/>
          </p:cNvSpPr>
          <p:nvPr/>
        </p:nvSpPr>
        <p:spPr>
          <a:xfrm>
            <a:off x="5623562" y="4222224"/>
            <a:ext cx="4279391" cy="246888"/>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45720" rIns="45720" bIns="27432" rtlCol="0" anchor="b">
            <a:noAutofit/>
          </a:bodyPr>
          <a:lstStyle/>
          <a:p>
            <a:r>
              <a:rPr lang="en-AU" b="1" dirty="0">
                <a:latin typeface="Arial" panose="020B0604020202020204" pitchFamily="34" charset="0"/>
              </a:rPr>
              <a:t>Indicative valuation</a:t>
            </a:r>
          </a:p>
        </p:txBody>
      </p:sp>
      <p:sp>
        <p:nvSpPr>
          <p:cNvPr id="19" name="TextBox 18"/>
          <p:cNvSpPr txBox="1"/>
          <p:nvPr>
            <p:custDataLst>
              <p:tags r:id="rId4"/>
            </p:custDataLst>
          </p:nvPr>
        </p:nvSpPr>
        <p:spPr>
          <a:xfrm>
            <a:off x="795528" y="6605078"/>
            <a:ext cx="9107423" cy="124906"/>
          </a:xfrm>
          <a:prstGeom prst="rect">
            <a:avLst/>
          </a:prstGeom>
          <a:noFill/>
        </p:spPr>
        <p:txBody>
          <a:bodyPr vert="horz" wrap="square" lIns="0" tIns="0" rIns="0" bIns="0" rtlCol="0" anchor="b">
            <a:spAutoFit/>
          </a:bodyPr>
          <a:lstStyle/>
          <a:p>
            <a:pPr>
              <a:lnSpc>
                <a:spcPct val="110000"/>
              </a:lnSpc>
            </a:pPr>
            <a:r>
              <a:rPr lang="en-AU" sz="800" dirty="0">
                <a:solidFill>
                  <a:schemeClr val="tx2"/>
                </a:solidFill>
                <a:latin typeface="Arial" panose="020B0604020202020204" pitchFamily="34" charset="0"/>
              </a:rPr>
              <a:t>Source:</a:t>
            </a:r>
          </a:p>
        </p:txBody>
      </p:sp>
      <p:sp>
        <p:nvSpPr>
          <p:cNvPr id="22" name="TextBox 21"/>
          <p:cNvSpPr txBox="1"/>
          <p:nvPr/>
        </p:nvSpPr>
        <p:spPr>
          <a:xfrm>
            <a:off x="5623560" y="1645920"/>
            <a:ext cx="4279391" cy="246888"/>
          </a:xfrm>
          <a:prstGeom prst="rect">
            <a:avLst/>
          </a:prstGeom>
          <a:noFill/>
          <a:extLst>
            <a:ext uri="{909E8E84-426E-40DD-AFC4-6F175D3DCCD1}">
              <a14:hiddenFill xmlns:a14="http://schemas.microsoft.com/office/drawing/2010/main">
                <a:solidFill>
                  <a:scrgbClr r="0" g="0" b="0"/>
                </a:solidFill>
              </a14:hiddenFill>
            </a:ext>
          </a:extLst>
        </p:spPr>
        <p:txBody>
          <a:bodyPr vert="horz" wrap="square" lIns="0" tIns="45720" rIns="45720" bIns="27432" rtlCol="0" anchor="b">
            <a:noAutofit/>
          </a:bodyPr>
          <a:lstStyle/>
          <a:p>
            <a:r>
              <a:rPr lang="en-AU" b="1" dirty="0">
                <a:latin typeface="Arial" panose="020B0604020202020204" pitchFamily="34" charset="0"/>
              </a:rPr>
              <a:t>Key financials</a:t>
            </a:r>
          </a:p>
        </p:txBody>
      </p:sp>
      <p:grpSp>
        <p:nvGrpSpPr>
          <p:cNvPr id="45" name="Group 44"/>
          <p:cNvGrpSpPr/>
          <p:nvPr/>
        </p:nvGrpSpPr>
        <p:grpSpPr>
          <a:xfrm>
            <a:off x="9457671" y="487407"/>
            <a:ext cx="445281" cy="445281"/>
            <a:chOff x="7791881" y="273464"/>
            <a:chExt cx="864014" cy="864014"/>
          </a:xfrm>
        </p:grpSpPr>
        <p:grpSp>
          <p:nvGrpSpPr>
            <p:cNvPr id="44" name="Group 43"/>
            <p:cNvGrpSpPr/>
            <p:nvPr/>
          </p:nvGrpSpPr>
          <p:grpSpPr>
            <a:xfrm>
              <a:off x="8091488" y="323288"/>
              <a:ext cx="261937" cy="196405"/>
              <a:chOff x="8091488" y="323288"/>
              <a:chExt cx="261937" cy="196405"/>
            </a:xfrm>
          </p:grpSpPr>
          <p:sp>
            <p:nvSpPr>
              <p:cNvPr id="42" name="Isosceles Triangle 41"/>
              <p:cNvSpPr/>
              <p:nvPr/>
            </p:nvSpPr>
            <p:spPr>
              <a:xfrm>
                <a:off x="8156445" y="323288"/>
                <a:ext cx="134885" cy="146581"/>
              </a:xfrm>
              <a:prstGeom prst="triangle">
                <a:avLst/>
              </a:prstGeom>
              <a:gradFill flip="none" rotWithShape="1">
                <a:gsLst>
                  <a:gs pos="0">
                    <a:srgbClr val="FFE36D"/>
                  </a:gs>
                  <a:gs pos="74000">
                    <a:srgbClr val="A88800"/>
                  </a:gs>
                  <a:gs pos="83000">
                    <a:srgbClr val="A88800"/>
                  </a:gs>
                  <a:gs pos="100000">
                    <a:srgbClr val="B99D30"/>
                  </a:gs>
                </a:gsLst>
                <a:lin ang="1620000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
            <p:nvSpPr>
              <p:cNvPr id="43" name="Isosceles Triangle 42"/>
              <p:cNvSpPr/>
              <p:nvPr/>
            </p:nvSpPr>
            <p:spPr>
              <a:xfrm>
                <a:off x="8091488" y="427466"/>
                <a:ext cx="261937" cy="92227"/>
              </a:xfrm>
              <a:prstGeom prst="triangle">
                <a:avLst/>
              </a:pr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grpSp>
        <p:grpSp>
          <p:nvGrpSpPr>
            <p:cNvPr id="40" name="Group 39"/>
            <p:cNvGrpSpPr/>
            <p:nvPr/>
          </p:nvGrpSpPr>
          <p:grpSpPr>
            <a:xfrm flipH="1">
              <a:off x="7882779" y="549854"/>
              <a:ext cx="705835" cy="391801"/>
              <a:chOff x="8814495" y="616264"/>
              <a:chExt cx="705835" cy="391801"/>
            </a:xfrm>
            <a:gradFill>
              <a:gsLst>
                <a:gs pos="0">
                  <a:srgbClr val="A88800"/>
                </a:gs>
                <a:gs pos="50000">
                  <a:srgbClr val="FFCF01"/>
                </a:gs>
                <a:gs pos="100000">
                  <a:srgbClr val="FFE36D"/>
                </a:gs>
              </a:gsLst>
              <a:path path="circle">
                <a:fillToRect l="50000" t="50000" r="50000" b="50000"/>
              </a:path>
            </a:gradFill>
          </p:grpSpPr>
          <p:sp>
            <p:nvSpPr>
              <p:cNvPr id="23" name="Rectangle 22"/>
              <p:cNvSpPr/>
              <p:nvPr/>
            </p:nvSpPr>
            <p:spPr>
              <a:xfrm>
                <a:off x="8814495" y="726717"/>
                <a:ext cx="378000" cy="8284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
            <p:nvSpPr>
              <p:cNvPr id="24" name="Rectangle 23"/>
              <p:cNvSpPr/>
              <p:nvPr/>
            </p:nvSpPr>
            <p:spPr>
              <a:xfrm rot="5400000">
                <a:off x="8787211" y="726717"/>
                <a:ext cx="303745" cy="8283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
            <p:nvSpPr>
              <p:cNvPr id="30" name="Rectangle 29"/>
              <p:cNvSpPr/>
              <p:nvPr/>
            </p:nvSpPr>
            <p:spPr>
              <a:xfrm rot="5400000">
                <a:off x="8947996" y="726717"/>
                <a:ext cx="303745" cy="8283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grpSp>
            <p:nvGrpSpPr>
              <p:cNvPr id="39" name="Group 38"/>
              <p:cNvGrpSpPr/>
              <p:nvPr/>
            </p:nvGrpSpPr>
            <p:grpSpPr>
              <a:xfrm rot="12600000">
                <a:off x="9142330" y="704320"/>
                <a:ext cx="378000" cy="303745"/>
                <a:chOff x="9192495" y="616264"/>
                <a:chExt cx="378000" cy="303745"/>
              </a:xfrm>
              <a:grpFill/>
            </p:grpSpPr>
            <p:sp>
              <p:nvSpPr>
                <p:cNvPr id="25" name="Rectangle 24"/>
                <p:cNvSpPr/>
                <p:nvPr/>
              </p:nvSpPr>
              <p:spPr>
                <a:xfrm rot="5400000">
                  <a:off x="9294035" y="726717"/>
                  <a:ext cx="303745" cy="8283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
              <p:nvSpPr>
                <p:cNvPr id="31" name="Rectangle 30"/>
                <p:cNvSpPr/>
                <p:nvPr/>
              </p:nvSpPr>
              <p:spPr>
                <a:xfrm rot="5400000">
                  <a:off x="9133250" y="726717"/>
                  <a:ext cx="303745" cy="82839"/>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sp>
              <p:nvSpPr>
                <p:cNvPr id="38" name="Rectangle 37"/>
                <p:cNvSpPr/>
                <p:nvPr/>
              </p:nvSpPr>
              <p:spPr>
                <a:xfrm>
                  <a:off x="9192495" y="726717"/>
                  <a:ext cx="378000" cy="82840"/>
                </a:xfrm>
                <a:prstGeom prst="rect">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grpSp>
        </p:grpSp>
        <p:sp>
          <p:nvSpPr>
            <p:cNvPr id="41" name="Oval 40"/>
            <p:cNvSpPr/>
            <p:nvPr/>
          </p:nvSpPr>
          <p:spPr>
            <a:xfrm>
              <a:off x="7791881" y="273464"/>
              <a:ext cx="864014" cy="864014"/>
            </a:xfrm>
            <a:prstGeom prst="ellipse">
              <a:avLst/>
            </a:prstGeom>
            <a:noFill/>
            <a:ln w="25400">
              <a:solidFill>
                <a:srgbClr val="B99D30"/>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p>
              <a:pPr algn="ctr">
                <a:lnSpc>
                  <a:spcPct val="110000"/>
                </a:lnSpc>
              </a:pPr>
              <a:endParaRPr lang="en-AU" sz="1200" dirty="0">
                <a:solidFill>
                  <a:schemeClr val="tx2"/>
                </a:solidFill>
              </a:endParaRPr>
            </a:p>
          </p:txBody>
        </p:sp>
      </p:grpSp>
      <p:sp>
        <p:nvSpPr>
          <p:cNvPr id="46" name="PageNumber"/>
          <p:cNvSpPr txBox="1"/>
          <p:nvPr/>
        </p:nvSpPr>
        <p:spPr>
          <a:xfrm>
            <a:off x="5234940" y="6903720"/>
            <a:ext cx="228600" cy="182880"/>
          </a:xfrm>
          <a:prstGeom prst="rect">
            <a:avLst/>
          </a:prstGeom>
          <a:noFill/>
        </p:spPr>
        <p:txBody>
          <a:bodyPr vert="horz" wrap="none" lIns="0" tIns="0" rIns="0" bIns="0" rtlCol="0" anchor="ctr">
            <a:noAutofit/>
          </a:bodyPr>
          <a:lstStyle/>
          <a:p>
            <a:pPr algn="ctr">
              <a:lnSpc>
                <a:spcPct val="110000"/>
              </a:lnSpc>
            </a:pPr>
            <a:r>
              <a:rPr lang="en-AU" sz="900" dirty="0">
                <a:solidFill>
                  <a:schemeClr val="tx2"/>
                </a:solidFill>
                <a:latin typeface="Arial" panose="020B0604020202020204" pitchFamily="34" charset="0"/>
              </a:rPr>
              <a:t>1</a:t>
            </a:r>
          </a:p>
        </p:txBody>
      </p:sp>
      <p:sp>
        <p:nvSpPr>
          <p:cNvPr id="26" name="TextBox 25"/>
          <p:cNvSpPr txBox="1">
            <a:spLocks/>
          </p:cNvSpPr>
          <p:nvPr>
            <p:custDataLst>
              <p:tags r:id="rId5"/>
            </p:custDataLst>
          </p:nvPr>
        </p:nvSpPr>
        <p:spPr>
          <a:xfrm>
            <a:off x="795528" y="4465382"/>
            <a:ext cx="4279392" cy="1965960"/>
          </a:xfrm>
          <a:prstGeom prst="rect">
            <a:avLst/>
          </a:prstGeom>
          <a:noFill/>
        </p:spPr>
        <p:txBody>
          <a:bodyPr vert="horz" wrap="square" lIns="91440" tIns="36576" rIns="36576" bIns="36576" rtlCol="0" anchor="t">
            <a:noAutofit/>
          </a:bodyPr>
          <a:lstStyle/>
          <a:p>
            <a:r>
              <a:rPr lang="en-US" dirty="0"/>
              <a:t>The company is owned by three families:</a:t>
            </a:r>
          </a:p>
          <a:p>
            <a:pPr marL="171450" indent="-171450">
              <a:buFont typeface="Arial" panose="020B0604020202020204" pitchFamily="34" charset="0"/>
              <a:buChar char="•"/>
            </a:pPr>
            <a:r>
              <a:rPr lang="en-US" b="1" dirty="0" smtClean="0"/>
              <a:t>Happy </a:t>
            </a:r>
            <a:r>
              <a:rPr lang="en-US" b="1" dirty="0"/>
              <a:t>Family: </a:t>
            </a:r>
            <a:r>
              <a:rPr lang="en-US" dirty="0"/>
              <a:t>60% (controlling shareholder, majority owner and co-founder Ms. Happy is retiring and seeking a strategic buyer).</a:t>
            </a:r>
          </a:p>
          <a:p>
            <a:pPr marL="171450" indent="-171450">
              <a:buFont typeface="Arial" panose="020B0604020202020204" pitchFamily="34" charset="0"/>
              <a:buChar char="•"/>
            </a:pPr>
            <a:r>
              <a:rPr lang="en-US" b="1" dirty="0"/>
              <a:t>Hour Family: </a:t>
            </a:r>
            <a:r>
              <a:rPr lang="en-US" dirty="0"/>
              <a:t>20%</a:t>
            </a:r>
          </a:p>
          <a:p>
            <a:pPr marL="171450" indent="-171450">
              <a:buFont typeface="Arial" panose="020B0604020202020204" pitchFamily="34" charset="0"/>
              <a:buChar char="•"/>
            </a:pPr>
            <a:r>
              <a:rPr lang="en-US" b="1" dirty="0"/>
              <a:t>Co Family: </a:t>
            </a:r>
            <a:r>
              <a:rPr lang="en-US" dirty="0"/>
              <a:t>20%</a:t>
            </a:r>
          </a:p>
        </p:txBody>
      </p:sp>
      <p:sp>
        <p:nvSpPr>
          <p:cNvPr id="27" name="TextBox 26"/>
          <p:cNvSpPr txBox="1">
            <a:spLocks/>
          </p:cNvSpPr>
          <p:nvPr>
            <p:custDataLst>
              <p:tags r:id="rId6"/>
            </p:custDataLst>
          </p:nvPr>
        </p:nvSpPr>
        <p:spPr>
          <a:xfrm>
            <a:off x="5623559" y="1892808"/>
            <a:ext cx="4279392" cy="1965960"/>
          </a:xfrm>
          <a:prstGeom prst="rect">
            <a:avLst/>
          </a:prstGeom>
          <a:noFill/>
        </p:spPr>
        <p:txBody>
          <a:bodyPr vert="horz" wrap="square" lIns="91440" tIns="36576" rIns="36576" bIns="36576" rtlCol="0" anchor="t">
            <a:noAutofit/>
          </a:bodyPr>
          <a:lstStyle/>
          <a:p>
            <a:pPr marL="171450" indent="-171450">
              <a:buFont typeface="Arial" panose="020B0604020202020204" pitchFamily="34" charset="0"/>
              <a:buChar char="•"/>
            </a:pPr>
            <a:r>
              <a:rPr lang="en-IN" b="1" dirty="0"/>
              <a:t>Revenue:</a:t>
            </a:r>
            <a:r>
              <a:rPr lang="en-IN" dirty="0"/>
              <a:t> $1,071mm</a:t>
            </a:r>
          </a:p>
          <a:p>
            <a:pPr marL="171450" indent="-171450">
              <a:buFont typeface="Arial" panose="020B0604020202020204" pitchFamily="34" charset="0"/>
              <a:buChar char="•"/>
            </a:pPr>
            <a:r>
              <a:rPr lang="en-IN" b="1" dirty="0"/>
              <a:t>EBITDA:</a:t>
            </a:r>
            <a:r>
              <a:rPr lang="en-IN" dirty="0"/>
              <a:t> $300mm (up 20% YoY)</a:t>
            </a:r>
          </a:p>
          <a:p>
            <a:pPr marL="171450" indent="-171450">
              <a:buFont typeface="Arial" panose="020B0604020202020204" pitchFamily="34" charset="0"/>
              <a:buChar char="•"/>
            </a:pPr>
            <a:r>
              <a:rPr lang="en-IN" b="1" dirty="0"/>
              <a:t>EBITDA Margin:</a:t>
            </a:r>
            <a:r>
              <a:rPr lang="en-IN" dirty="0"/>
              <a:t> 28.0% ($300mm EBITDA / $1,071mm Revenue)</a:t>
            </a:r>
          </a:p>
          <a:p>
            <a:pPr marL="171450" indent="-171450">
              <a:buFont typeface="Arial" panose="020B0604020202020204" pitchFamily="34" charset="0"/>
              <a:buChar char="•"/>
            </a:pPr>
            <a:r>
              <a:rPr lang="en-IN" b="1" dirty="0"/>
              <a:t>Net Profit (NPAT):</a:t>
            </a:r>
            <a:r>
              <a:rPr lang="en-IN" dirty="0"/>
              <a:t> $193mm</a:t>
            </a:r>
          </a:p>
          <a:p>
            <a:pPr marL="171450" indent="-171450">
              <a:buFont typeface="Arial" panose="020B0604020202020204" pitchFamily="34" charset="0"/>
              <a:buChar char="•"/>
            </a:pPr>
            <a:r>
              <a:rPr lang="en-IN" b="1" dirty="0"/>
              <a:t>Net Profit Margin:</a:t>
            </a:r>
            <a:r>
              <a:rPr lang="en-IN" dirty="0"/>
              <a:t> 18.0% ($193mm NPAT / $1,071mm Revenue)</a:t>
            </a:r>
          </a:p>
        </p:txBody>
      </p:sp>
      <p:sp>
        <p:nvSpPr>
          <p:cNvPr id="28" name="TextBox 27"/>
          <p:cNvSpPr txBox="1">
            <a:spLocks/>
          </p:cNvSpPr>
          <p:nvPr>
            <p:custDataLst>
              <p:tags r:id="rId7"/>
            </p:custDataLst>
          </p:nvPr>
        </p:nvSpPr>
        <p:spPr>
          <a:xfrm>
            <a:off x="5623562" y="4469112"/>
            <a:ext cx="4279392" cy="1965960"/>
          </a:xfrm>
          <a:prstGeom prst="rect">
            <a:avLst/>
          </a:prstGeom>
          <a:noFill/>
        </p:spPr>
        <p:txBody>
          <a:bodyPr vert="horz" wrap="square" lIns="91440" tIns="36576" rIns="36576" bIns="36576" rtlCol="0" anchor="t">
            <a:noAutofit/>
          </a:bodyPr>
          <a:lstStyle/>
          <a:p>
            <a:pPr marL="0" lvl="1">
              <a:lnSpc>
                <a:spcPct val="110000"/>
              </a:lnSpc>
              <a:spcBef>
                <a:spcPts val="600"/>
              </a:spcBef>
              <a:spcAft>
                <a:spcPct val="0"/>
              </a:spcAft>
              <a:buClr>
                <a:schemeClr val="bg2"/>
              </a:buClr>
              <a:buSzPct val="92000"/>
            </a:pPr>
            <a:r>
              <a:rPr lang="en-US" dirty="0"/>
              <a:t>Based on industry EV/EBITDA multiples of 10.0x – 11.5x, an indicative valuation for the entire business is approximately </a:t>
            </a:r>
            <a:r>
              <a:rPr lang="en-US" b="1" dirty="0"/>
              <a:t>$3.0bn - $3.45bn</a:t>
            </a:r>
            <a:r>
              <a:rPr lang="en-US" dirty="0"/>
              <a:t>. This aligns with press reports suggesting a preliminary valuation of $3.5bn.</a:t>
            </a:r>
            <a:endParaRPr lang="en-AU" sz="900" dirty="0">
              <a:solidFill>
                <a:schemeClr val="tx2"/>
              </a:solidFill>
              <a:latin typeface="Arial" panose="020B0604020202020204" pitchFamily="34" charset="0"/>
            </a:endParaRPr>
          </a:p>
        </p:txBody>
      </p:sp>
    </p:spTree>
    <p:custDataLst>
      <p:tags r:id="rId2"/>
    </p:custDataLst>
    <p:extLst>
      <p:ext uri="{BB962C8B-B14F-4D97-AF65-F5344CB8AC3E}">
        <p14:creationId xmlns:p14="http://schemas.microsoft.com/office/powerpoint/2010/main" val="155188410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Overview of auction process and key workstreams</a:t>
            </a:r>
          </a:p>
        </p:txBody>
      </p:sp>
      <p:sp>
        <p:nvSpPr>
          <p:cNvPr id="9" name="PageNumber"/>
          <p:cNvSpPr txBox="1"/>
          <p:nvPr/>
        </p:nvSpPr>
        <p:spPr>
          <a:xfrm>
            <a:off x="5233101" y="6895540"/>
            <a:ext cx="222437" cy="177949"/>
          </a:xfrm>
          <a:prstGeom prst="rect">
            <a:avLst/>
          </a:prstGeom>
          <a:noFill/>
        </p:spPr>
        <p:txBody>
          <a:bodyPr vert="horz" wrap="none" lIns="0" tIns="0" rIns="0" bIns="0" rtlCol="0" anchor="ctr">
            <a:noAutofit/>
          </a:bodyPr>
          <a:lstStyle/>
          <a:p>
            <a:pPr algn="ctr">
              <a:lnSpc>
                <a:spcPct val="110000"/>
              </a:lnSpc>
            </a:pPr>
            <a:r>
              <a:rPr lang="en-US" sz="876" dirty="0">
                <a:solidFill>
                  <a:schemeClr val="tx2"/>
                </a:solidFill>
                <a:latin typeface="Arial" panose="020B0604020202020204" pitchFamily="34" charset="0"/>
              </a:rPr>
              <a:t>1</a:t>
            </a:r>
          </a:p>
        </p:txBody>
      </p:sp>
      <p:graphicFrame>
        <p:nvGraphicFramePr>
          <p:cNvPr id="11" name="Table 10"/>
          <p:cNvGraphicFramePr>
            <a:graphicFrameLocks noGrp="1"/>
          </p:cNvGraphicFramePr>
          <p:nvPr>
            <p:custDataLst>
              <p:tags r:id="rId2"/>
            </p:custDataLst>
          </p:nvPr>
        </p:nvGraphicFramePr>
        <p:xfrm>
          <a:off x="913379" y="1745511"/>
          <a:ext cx="8861879" cy="4521397"/>
        </p:xfrm>
        <a:graphic>
          <a:graphicData uri="http://schemas.openxmlformats.org/drawingml/2006/table">
            <a:tbl>
              <a:tblPr firstRow="1" lastRow="1" bandRow="1">
                <a:tableStyleId>{640930CC-2DD5-4645-9BF9-1F0F6B9BBA25}</a:tableStyleId>
              </a:tblPr>
              <a:tblGrid>
                <a:gridCol w="1032401">
                  <a:extLst>
                    <a:ext uri="{9D8B030D-6E8A-4147-A177-3AD203B41FA5}">
                      <a16:colId xmlns:a16="http://schemas.microsoft.com/office/drawing/2014/main" val="20000"/>
                    </a:ext>
                  </a:extLst>
                </a:gridCol>
                <a:gridCol w="1600508">
                  <a:extLst>
                    <a:ext uri="{9D8B030D-6E8A-4147-A177-3AD203B41FA5}">
                      <a16:colId xmlns:a16="http://schemas.microsoft.com/office/drawing/2014/main" val="20001"/>
                    </a:ext>
                  </a:extLst>
                </a:gridCol>
                <a:gridCol w="2539486">
                  <a:extLst>
                    <a:ext uri="{9D8B030D-6E8A-4147-A177-3AD203B41FA5}">
                      <a16:colId xmlns:a16="http://schemas.microsoft.com/office/drawing/2014/main" val="20002"/>
                    </a:ext>
                  </a:extLst>
                </a:gridCol>
                <a:gridCol w="3689484">
                  <a:extLst>
                    <a:ext uri="{9D8B030D-6E8A-4147-A177-3AD203B41FA5}">
                      <a16:colId xmlns:a16="http://schemas.microsoft.com/office/drawing/2014/main" val="20003"/>
                    </a:ext>
                  </a:extLst>
                </a:gridCol>
              </a:tblGrid>
              <a:tr h="177949">
                <a:tc>
                  <a:txBody>
                    <a:bodyPr/>
                    <a:lstStyle/>
                    <a:p>
                      <a:pPr marL="0" indent="0" algn="l">
                        <a:spcAft>
                          <a:spcPts val="300"/>
                        </a:spcAft>
                        <a:buFontTx/>
                        <a:buNone/>
                      </a:pPr>
                      <a:endParaRPr lang="en-US" sz="900" b="1" i="0" u="none" strike="noStrike" cap="none" baseline="0" dirty="0">
                        <a:solidFill>
                          <a:schemeClr val="tx2"/>
                        </a:solidFill>
                        <a:effectLst/>
                        <a:latin typeface="Times New Roman" panose="02020603050405020304" pitchFamily="18" charset="0"/>
                      </a:endParaRPr>
                    </a:p>
                  </a:txBody>
                  <a:tcPr marL="44487" marR="88975" marT="17795" marB="8897" anchor="b"/>
                </a:tc>
                <a:tc>
                  <a:txBody>
                    <a:bodyPr/>
                    <a:lstStyle/>
                    <a:p>
                      <a:pPr marL="0" indent="0" algn="l">
                        <a:spcAft>
                          <a:spcPts val="300"/>
                        </a:spcAft>
                        <a:buFontTx/>
                        <a:buNone/>
                      </a:pPr>
                      <a:r>
                        <a:rPr lang="en-US" sz="900" b="1" i="0" u="none" strike="noStrike" cap="none" baseline="0" dirty="0">
                          <a:effectLst/>
                        </a:rPr>
                        <a:t>Date</a:t>
                      </a:r>
                      <a:endParaRPr lang="en-US" sz="900" b="1" i="0" u="none" strike="noStrike" cap="none" baseline="0" dirty="0">
                        <a:solidFill>
                          <a:schemeClr val="tx2"/>
                        </a:solidFill>
                        <a:effectLst/>
                        <a:latin typeface="Times New Roman" panose="02020603050405020304" pitchFamily="18" charset="0"/>
                      </a:endParaRPr>
                    </a:p>
                  </a:txBody>
                  <a:tcPr marL="44487" marR="88975" marT="17795" marB="8897" anchor="b"/>
                </a:tc>
                <a:tc>
                  <a:txBody>
                    <a:bodyPr/>
                    <a:lstStyle/>
                    <a:p>
                      <a:pPr marL="0" indent="0" algn="l">
                        <a:spcAft>
                          <a:spcPts val="300"/>
                        </a:spcAft>
                        <a:buFontTx/>
                        <a:buNone/>
                      </a:pPr>
                      <a:r>
                        <a:rPr lang="en-US" sz="900" b="1" i="0" u="none" strike="noStrike" cap="none" baseline="0">
                          <a:effectLst/>
                        </a:rPr>
                        <a:t>Event</a:t>
                      </a:r>
                      <a:endParaRPr lang="en-US" sz="900" b="1" i="0" u="none" strike="noStrike" cap="none" baseline="0">
                        <a:solidFill>
                          <a:schemeClr val="tx2"/>
                        </a:solidFill>
                        <a:effectLst/>
                        <a:latin typeface="Times New Roman" panose="02020603050405020304" pitchFamily="18" charset="0"/>
                      </a:endParaRPr>
                    </a:p>
                  </a:txBody>
                  <a:tcPr marL="44487" marR="88975" marT="17795" marB="8897" anchor="b"/>
                </a:tc>
                <a:tc>
                  <a:txBody>
                    <a:bodyPr/>
                    <a:lstStyle/>
                    <a:p>
                      <a:pPr marL="0" indent="0" algn="l">
                        <a:spcAft>
                          <a:spcPts val="300"/>
                        </a:spcAft>
                        <a:buFontTx/>
                        <a:buNone/>
                      </a:pPr>
                      <a:r>
                        <a:rPr lang="en-US" sz="900" b="1" i="0" u="none" strike="noStrike" cap="none" baseline="0">
                          <a:effectLst/>
                        </a:rPr>
                        <a:t>Key workstreams</a:t>
                      </a:r>
                      <a:endParaRPr lang="en-US" sz="900" b="1" i="0" u="none" strike="noStrike" cap="none" baseline="0" dirty="0">
                        <a:solidFill>
                          <a:schemeClr val="tx2"/>
                        </a:solidFill>
                        <a:effectLst/>
                        <a:latin typeface="Times New Roman" panose="02020603050405020304" pitchFamily="18" charset="0"/>
                      </a:endParaRPr>
                    </a:p>
                  </a:txBody>
                  <a:tcPr marL="44487" marR="88975" marT="17795" marB="8897" anchor="b"/>
                </a:tc>
                <a:extLst>
                  <a:ext uri="{0D108BD9-81ED-4DB2-BD59-A6C34878D82A}">
                    <a16:rowId xmlns:a16="http://schemas.microsoft.com/office/drawing/2014/main" val="10000"/>
                  </a:ext>
                </a:extLst>
              </a:tr>
              <a:tr h="650998">
                <a:tc rowSpan="3">
                  <a:txBody>
                    <a:bodyPr/>
                    <a:lstStyle/>
                    <a:p>
                      <a:pPr marL="0" indent="0" algn="ctr" defTabSz="914400" rtl="0" eaLnBrk="1" fontAlgn="b" latinLnBrk="0" hangingPunct="1">
                        <a:lnSpc>
                          <a:spcPct val="100000"/>
                        </a:lnSpc>
                        <a:spcBef>
                          <a:spcPts val="265"/>
                        </a:spcBef>
                        <a:spcAft>
                          <a:spcPts val="300"/>
                        </a:spcAft>
                        <a:buFontTx/>
                        <a:buNone/>
                      </a:pPr>
                      <a:r>
                        <a:rPr lang="en-GB" sz="900" b="1" i="0" u="none" strike="noStrike" kern="1200" cap="none" baseline="0" dirty="0">
                          <a:solidFill>
                            <a:schemeClr val="bg2"/>
                          </a:solidFill>
                          <a:effectLst/>
                          <a:latin typeface="+mn-lt"/>
                          <a:ea typeface="+mn-ea"/>
                          <a:cs typeface="+mn-cs"/>
                        </a:rPr>
                        <a:t>Round 1: Indicative Bid Phase </a:t>
                      </a:r>
                    </a:p>
                  </a:txBody>
                  <a:tcPr marL="44487" marR="88975" marT="17795" marB="0" anchor="ctr">
                    <a:lnB w="6350" cap="flat" cmpd="sng" algn="ctr">
                      <a:solidFill>
                        <a:srgbClr val="CCCDCB">
                          <a:lumMod val="100000"/>
                        </a:srgbClr>
                      </a:solidFill>
                      <a:prstDash val="solid"/>
                      <a:round/>
                      <a:headEnd type="none" w="med" len="med"/>
                      <a:tailEnd type="none" w="med" len="med"/>
                    </a:lnB>
                  </a:tcPr>
                </a:tc>
                <a:tc>
                  <a:txBody>
                    <a:bodyPr/>
                    <a:lstStyle/>
                    <a:p>
                      <a:pPr marL="0" indent="0" algn="l">
                        <a:spcAft>
                          <a:spcPts val="300"/>
                        </a:spcAft>
                        <a:buFontTx/>
                        <a:buNone/>
                      </a:pPr>
                      <a:r>
                        <a:rPr lang="en-US" sz="900" b="0" i="0" kern="1200" dirty="0" smtClean="0">
                          <a:solidFill>
                            <a:schemeClr val="tx2"/>
                          </a:solidFill>
                          <a:effectLst/>
                          <a:latin typeface="+mn-lt"/>
                          <a:ea typeface="+mn-ea"/>
                          <a:cs typeface="+mn-cs"/>
                        </a:rPr>
                        <a:t>Indicative Bids due by May 13, 2020.</a:t>
                      </a: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B w="6350" cmpd="sng">
                      <a:solidFill>
                        <a:srgbClr val="CCCDCB">
                          <a:lumMod val="100000"/>
                        </a:srgbClr>
                      </a:solidFill>
                      <a:prstDash val="solid"/>
                    </a:lnB>
                  </a:tcPr>
                </a:tc>
                <a:tc>
                  <a:txBody>
                    <a:bodyPr/>
                    <a:lstStyle/>
                    <a:p>
                      <a:pPr marL="0" indent="0" algn="l">
                        <a:spcAft>
                          <a:spcPts val="300"/>
                        </a:spcAft>
                        <a:buFontTx/>
                        <a:buNone/>
                      </a:pPr>
                      <a:r>
                        <a:rPr lang="en-US" sz="900" b="0" i="0" kern="1200" dirty="0" smtClean="0">
                          <a:solidFill>
                            <a:schemeClr val="tx2"/>
                          </a:solidFill>
                          <a:effectLst/>
                          <a:latin typeface="+mn-lt"/>
                          <a:ea typeface="+mn-ea"/>
                          <a:cs typeface="+mn-cs"/>
                        </a:rPr>
                        <a:t>Bidders will receive access to an Information Memorandum and financial forecasts via an online data room starting March 19, 2020. A Q&amp;A period runs from April 9-13, 2020.</a:t>
                      </a: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B w="6350" cmpd="sng">
                      <a:solidFill>
                        <a:srgbClr val="CCCDCB">
                          <a:lumMod val="100000"/>
                        </a:srgbClr>
                      </a:solidFill>
                      <a:prstDash val="solid"/>
                    </a:lnB>
                  </a:tcPr>
                </a:tc>
                <a:tc rowSpan="3">
                  <a:txBody>
                    <a:bodyPr/>
                    <a:lstStyle/>
                    <a:p>
                      <a:pPr marL="0" lvl="1" indent="0" algn="l" defTabSz="914400" rtl="0" eaLnBrk="1" fontAlgn="b" latinLnBrk="0" hangingPunct="1">
                        <a:lnSpc>
                          <a:spcPct val="110000"/>
                        </a:lnSpc>
                        <a:spcBef>
                          <a:spcPts val="265"/>
                        </a:spcBef>
                        <a:spcAft>
                          <a:spcPct val="0"/>
                        </a:spcAft>
                        <a:buClr>
                          <a:schemeClr val="bg2"/>
                        </a:buClr>
                        <a:buSzPct val="92000"/>
                        <a:buFont typeface="Wingdings" panose="05000000000000000000" pitchFamily="2" charset="2"/>
                        <a:buNone/>
                      </a:pPr>
                      <a:r>
                        <a:rPr lang="en-US" sz="900" b="0" i="0" kern="1200" dirty="0" smtClean="0">
                          <a:solidFill>
                            <a:schemeClr val="tx2"/>
                          </a:solidFill>
                          <a:effectLst/>
                          <a:latin typeface="+mn-lt"/>
                          <a:ea typeface="+mn-ea"/>
                          <a:cs typeface="+mn-cs"/>
                        </a:rPr>
                        <a:t>Prepare a concise bid outlining your identity, proposed purchase price, key assumptions, sources of funds, and required due diligence. Focus on demonstrating your strategic fit and financial capacity.</a:t>
                      </a: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B w="6350" cmpd="sng">
                      <a:solidFill>
                        <a:srgbClr val="CCCDCB">
                          <a:lumMod val="100000"/>
                        </a:srgbClr>
                      </a:solidFill>
                      <a:prstDash val="solid"/>
                    </a:lnB>
                  </a:tcPr>
                </a:tc>
                <a:extLst>
                  <a:ext uri="{0D108BD9-81ED-4DB2-BD59-A6C34878D82A}">
                    <a16:rowId xmlns:a16="http://schemas.microsoft.com/office/drawing/2014/main" val="10001"/>
                  </a:ext>
                </a:extLst>
              </a:tr>
              <a:tr h="650998">
                <a:tc vMerge="1">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5720" marT="18288" marB="0">
                    <a:lnT w="6350" cap="flat" cmpd="sng" algn="ctr">
                      <a:solidFill>
                        <a:srgbClr val="CCCDCB">
                          <a:lumMod val="100000"/>
                        </a:srgbClr>
                      </a:solidFill>
                      <a:prstDash val="solid"/>
                      <a:round/>
                      <a:headEnd type="none" w="med" len="med"/>
                      <a:tailEnd type="none" w="med" len="med"/>
                    </a:lnT>
                    <a:lnB w="6350" cap="flat" cmpd="sng" algn="ctr">
                      <a:solidFill>
                        <a:srgbClr val="CCCDCB">
                          <a:lumMod val="100000"/>
                        </a:srgbClr>
                      </a:solidFill>
                      <a:prstDash val="solid"/>
                      <a:round/>
                      <a:headEnd type="none" w="med" len="med"/>
                      <a:tailEnd type="none" w="med" len="med"/>
                    </a:lnB>
                  </a:tcPr>
                </a:tc>
                <a:tc>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lnB w="6350" cmpd="sng">
                      <a:solidFill>
                        <a:srgbClr val="CCCDCB">
                          <a:lumMod val="100000"/>
                        </a:srgbClr>
                      </a:solidFill>
                      <a:prstDash val="solid"/>
                    </a:lnB>
                  </a:tcPr>
                </a:tc>
                <a:tc>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lnB w="6350" cmpd="sng">
                      <a:solidFill>
                        <a:srgbClr val="CCCDCB">
                          <a:lumMod val="100000"/>
                        </a:srgbClr>
                      </a:solidFill>
                      <a:prstDash val="solid"/>
                    </a:lnB>
                  </a:tcPr>
                </a:tc>
                <a:tc vMerge="1">
                  <a:txBody>
                    <a:bodyPr/>
                    <a:lstStyle/>
                    <a:p>
                      <a:pPr>
                        <a:spcAft>
                          <a:spcPts val="300"/>
                        </a:spcAft>
                      </a:pPr>
                      <a:endParaRPr lang="en-US" sz="1000" dirty="0">
                        <a:effectLst/>
                        <a:latin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50998">
                <a:tc vMerge="1">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5720" marT="18288" marB="0">
                    <a:lnT w="6350" cap="flat" cmpd="sng" algn="ctr">
                      <a:solidFill>
                        <a:srgbClr val="CCCDCB">
                          <a:lumMod val="100000"/>
                        </a:srgbClr>
                      </a:solidFill>
                      <a:prstDash val="solid"/>
                      <a:round/>
                      <a:headEnd type="none" w="med" len="med"/>
                      <a:tailEnd type="none" w="med" len="med"/>
                    </a:lnT>
                    <a:lnB w="6350" cap="flat" cmpd="sng" algn="ctr">
                      <a:solidFill>
                        <a:srgbClr val="CCCDCB">
                          <a:lumMod val="100000"/>
                        </a:srgbClr>
                      </a:solidFill>
                      <a:prstDash val="solid"/>
                      <a:round/>
                      <a:headEnd type="none" w="med" len="med"/>
                      <a:tailEnd type="none" w="med" len="med"/>
                    </a:lnB>
                  </a:tcPr>
                </a:tc>
                <a:tc>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lnB w="6350" cmpd="sng">
                      <a:solidFill>
                        <a:srgbClr val="CCCDCB">
                          <a:lumMod val="100000"/>
                        </a:srgbClr>
                      </a:solidFill>
                      <a:prstDash val="solid"/>
                    </a:lnB>
                  </a:tcPr>
                </a:tc>
                <a:tc>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lnB w="6350" cmpd="sng">
                      <a:solidFill>
                        <a:srgbClr val="CCCDCB">
                          <a:lumMod val="100000"/>
                        </a:srgbClr>
                      </a:solidFill>
                      <a:prstDash val="solid"/>
                    </a:lnB>
                  </a:tcPr>
                </a:tc>
                <a:tc vMerge="1">
                  <a:txBody>
                    <a:bodyPr/>
                    <a:lstStyle/>
                    <a:p>
                      <a:pPr>
                        <a:spcAft>
                          <a:spcPts val="300"/>
                        </a:spcAft>
                      </a:pPr>
                      <a:endParaRPr lang="en-US" sz="1000" dirty="0">
                        <a:effectLst/>
                        <a:latin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195227">
                <a:tc rowSpan="2">
                  <a:txBody>
                    <a:bodyPr/>
                    <a:lstStyle/>
                    <a:p>
                      <a:pPr marL="0" indent="0" algn="ctr" defTabSz="914400" rtl="0" eaLnBrk="1" fontAlgn="b" latinLnBrk="0" hangingPunct="1">
                        <a:lnSpc>
                          <a:spcPct val="100000"/>
                        </a:lnSpc>
                        <a:spcBef>
                          <a:spcPts val="265"/>
                        </a:spcBef>
                        <a:spcAft>
                          <a:spcPts val="300"/>
                        </a:spcAft>
                        <a:buFontTx/>
                        <a:buNone/>
                      </a:pPr>
                      <a:r>
                        <a:rPr lang="en-GB" sz="900" b="1" i="0" u="none" strike="noStrike" kern="1200" cap="none" baseline="0" dirty="0">
                          <a:solidFill>
                            <a:schemeClr val="bg2"/>
                          </a:solidFill>
                          <a:effectLst/>
                          <a:latin typeface="+mn-lt"/>
                          <a:ea typeface="+mn-ea"/>
                          <a:cs typeface="+mn-cs"/>
                        </a:rPr>
                        <a:t>Round 2: Final Bid Phase </a:t>
                      </a:r>
                    </a:p>
                  </a:txBody>
                  <a:tcPr marL="44487" marR="88975" marT="17795" marB="0" anchor="ctr">
                    <a:lnT w="6350" cap="flat" cmpd="sng" algn="ctr">
                      <a:solidFill>
                        <a:srgbClr val="CCCDCB">
                          <a:lumMod val="100000"/>
                        </a:srgbClr>
                      </a:solidFill>
                      <a:prstDash val="solid"/>
                      <a:round/>
                      <a:headEnd type="none" w="med" len="med"/>
                      <a:tailEnd type="none" w="med" len="med"/>
                    </a:lnT>
                  </a:tcPr>
                </a:tc>
                <a:tc>
                  <a:txBody>
                    <a:bodyPr/>
                    <a:lstStyle/>
                    <a:p>
                      <a:pPr marL="0" indent="0" algn="l">
                        <a:spcAft>
                          <a:spcPts val="300"/>
                        </a:spcAft>
                        <a:buFontTx/>
                        <a:buNone/>
                      </a:pPr>
                      <a:r>
                        <a:rPr lang="en-US" sz="900" b="0" i="0" kern="1200" dirty="0" smtClean="0">
                          <a:solidFill>
                            <a:schemeClr val="tx2"/>
                          </a:solidFill>
                          <a:effectLst/>
                          <a:latin typeface="+mn-lt"/>
                          <a:ea typeface="+mn-ea"/>
                          <a:cs typeface="+mn-cs"/>
                        </a:rPr>
                        <a:t>Anticipated to begin in late May 2020, with final bids due in late July 2020.</a:t>
                      </a: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lnB w="6350" cmpd="sng">
                      <a:solidFill>
                        <a:srgbClr val="CCCDCB">
                          <a:lumMod val="100000"/>
                        </a:srgbClr>
                      </a:solidFill>
                      <a:prstDash val="solid"/>
                    </a:lnB>
                  </a:tcPr>
                </a:tc>
                <a:tc>
                  <a:txBody>
                    <a:bodyPr/>
                    <a:lstStyle/>
                    <a:p>
                      <a:pPr marL="0" indent="0" algn="l">
                        <a:spcAft>
                          <a:spcPts val="300"/>
                        </a:spcAft>
                        <a:buFontTx/>
                        <a:buNone/>
                      </a:pPr>
                      <a:r>
                        <a:rPr lang="en-US" sz="900" b="0" i="0" kern="1200" dirty="0" smtClean="0">
                          <a:solidFill>
                            <a:schemeClr val="tx2"/>
                          </a:solidFill>
                          <a:effectLst/>
                          <a:latin typeface="+mn-lt"/>
                          <a:ea typeface="+mn-ea"/>
                          <a:cs typeface="+mn-cs"/>
                        </a:rPr>
                        <a:t>Shortlisted bidders will be invited to conduct deeper due diligence, including site visits and management presentations.</a:t>
                      </a: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lnB w="6350" cmpd="sng">
                      <a:solidFill>
                        <a:srgbClr val="CCCDCB">
                          <a:lumMod val="100000"/>
                        </a:srgbClr>
                      </a:solidFill>
                      <a:prstDash val="solid"/>
                    </a:lnB>
                  </a:tcPr>
                </a:tc>
                <a:tc rowSpan="2">
                  <a:txBody>
                    <a:bodyPr/>
                    <a:lstStyle/>
                    <a:p>
                      <a:pPr marL="0" marR="0" lvl="1" indent="0" algn="l" defTabSz="914400" rtl="0" eaLnBrk="1" fontAlgn="b" latinLnBrk="0" hangingPunct="1">
                        <a:lnSpc>
                          <a:spcPct val="110000"/>
                        </a:lnSpc>
                        <a:spcBef>
                          <a:spcPts val="265"/>
                        </a:spcBef>
                        <a:spcAft>
                          <a:spcPct val="0"/>
                        </a:spcAft>
                        <a:buClr>
                          <a:schemeClr val="bg2"/>
                        </a:buClr>
                        <a:buSzPct val="92000"/>
                        <a:buFont typeface="Wingdings" panose="05000000000000000000" pitchFamily="2" charset="2"/>
                        <a:buNone/>
                        <a:tabLst/>
                        <a:defRPr/>
                      </a:pPr>
                      <a:r>
                        <a:rPr lang="en-US" sz="900" b="0" i="0" kern="1200" dirty="0" smtClean="0">
                          <a:solidFill>
                            <a:schemeClr val="tx2"/>
                          </a:solidFill>
                          <a:effectLst/>
                          <a:latin typeface="+mn-lt"/>
                          <a:ea typeface="+mn-ea"/>
                          <a:cs typeface="+mn-cs"/>
                        </a:rPr>
                        <a:t>Conduct comprehensive due diligence, finalize legal and financial documentation, and submit a binding, fully-priced offer. Be prepared to outline your integration strategy and timeline for closing the transaction.</a:t>
                      </a: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tcPr>
                </a:tc>
                <a:extLst>
                  <a:ext uri="{0D108BD9-81ED-4DB2-BD59-A6C34878D82A}">
                    <a16:rowId xmlns:a16="http://schemas.microsoft.com/office/drawing/2014/main" val="10004"/>
                  </a:ext>
                </a:extLst>
              </a:tr>
              <a:tr h="1195227">
                <a:tc vMerge="1">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5720" marT="18288" marB="0">
                    <a:lnT w="6350" cap="flat" cmpd="sng" algn="ctr">
                      <a:solidFill>
                        <a:srgbClr val="CCCDCB">
                          <a:lumMod val="100000"/>
                        </a:srgbClr>
                      </a:solidFill>
                      <a:prstDash val="solid"/>
                      <a:round/>
                      <a:headEnd type="none" w="med" len="med"/>
                      <a:tailEnd type="none" w="med" len="med"/>
                    </a:lnT>
                  </a:tcPr>
                </a:tc>
                <a:tc>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tcPr>
                </a:tc>
                <a:tc>
                  <a:txBody>
                    <a:bodyPr/>
                    <a:lstStyle/>
                    <a:p>
                      <a:pPr marL="0" indent="0" algn="l">
                        <a:spcAft>
                          <a:spcPts val="300"/>
                        </a:spcAft>
                        <a:buFontTx/>
                        <a:buNone/>
                      </a:pPr>
                      <a:endParaRPr lang="en-US" sz="900" b="0" i="0" u="none" strike="noStrike" cap="none" baseline="0" dirty="0">
                        <a:solidFill>
                          <a:schemeClr val="tx2"/>
                        </a:solidFill>
                        <a:effectLst/>
                        <a:latin typeface="Times New Roman" panose="02020603050405020304" pitchFamily="18" charset="0"/>
                      </a:endParaRPr>
                    </a:p>
                  </a:txBody>
                  <a:tcPr marL="44487" marR="88975" marT="17795" marB="0">
                    <a:lnT w="6350" cmpd="sng">
                      <a:solidFill>
                        <a:srgbClr val="CCCDCB">
                          <a:lumMod val="100000"/>
                        </a:srgbClr>
                      </a:solidFill>
                      <a:prstDash val="solid"/>
                    </a:lnT>
                  </a:tcPr>
                </a:tc>
                <a:tc vMerge="1">
                  <a:txBody>
                    <a:bodyPr/>
                    <a:lstStyle/>
                    <a:p>
                      <a:pPr>
                        <a:spcAft>
                          <a:spcPts val="300"/>
                        </a:spcAft>
                      </a:pPr>
                      <a:endParaRPr lang="en-US" sz="1000" dirty="0">
                        <a:effectLst/>
                        <a:latin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12" name="Rectangle 11"/>
          <p:cNvSpPr/>
          <p:nvPr/>
        </p:nvSpPr>
        <p:spPr>
          <a:xfrm>
            <a:off x="915666" y="1964858"/>
            <a:ext cx="971616" cy="1864544"/>
          </a:xfrm>
          <a:prstGeom prst="rect">
            <a:avLst/>
          </a:prstGeom>
          <a:noFill/>
          <a:ln w="9525">
            <a:solidFill>
              <a:schemeClr val="bg2"/>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75" tIns="44487" rIns="88975" bIns="44487" numCol="1" spcCol="0" rtlCol="0" fromWordArt="0" anchor="ctr" anchorCtr="0" forceAA="0" compatLnSpc="0">
            <a:prstTxWarp prst="textNoShape">
              <a:avLst/>
            </a:prstTxWarp>
            <a:noAutofit/>
          </a:bodyPr>
          <a:lstStyle/>
          <a:p>
            <a:pPr algn="ctr">
              <a:lnSpc>
                <a:spcPct val="110000"/>
              </a:lnSpc>
            </a:pPr>
            <a:endParaRPr lang="en-US" sz="1168" dirty="0">
              <a:solidFill>
                <a:schemeClr val="tx2"/>
              </a:solidFill>
            </a:endParaRPr>
          </a:p>
        </p:txBody>
      </p:sp>
      <p:sp>
        <p:nvSpPr>
          <p:cNvPr id="13" name="Rectangle 12"/>
          <p:cNvSpPr/>
          <p:nvPr/>
        </p:nvSpPr>
        <p:spPr>
          <a:xfrm>
            <a:off x="915666" y="3925356"/>
            <a:ext cx="971616" cy="2276706"/>
          </a:xfrm>
          <a:prstGeom prst="rect">
            <a:avLst/>
          </a:prstGeom>
          <a:noFill/>
          <a:ln w="9525">
            <a:solidFill>
              <a:schemeClr val="bg2"/>
            </a:solidFill>
          </a:ln>
          <a:extLst>
            <a:ext uri="{909E8E84-426E-40DD-AFC4-6F175D3DCCD1}">
              <a14:hiddenFill xmlns:a14="http://schemas.microsoft.com/office/drawing/2010/main">
                <a:solidFill>
                  <a:scrgbClr r="0" g="0" b="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75" tIns="44487" rIns="88975" bIns="44487" numCol="1" spcCol="0" rtlCol="0" fromWordArt="0" anchor="ctr" anchorCtr="0" forceAA="0" compatLnSpc="0">
            <a:prstTxWarp prst="textNoShape">
              <a:avLst/>
            </a:prstTxWarp>
            <a:noAutofit/>
          </a:bodyPr>
          <a:lstStyle/>
          <a:p>
            <a:pPr algn="ctr">
              <a:lnSpc>
                <a:spcPct val="110000"/>
              </a:lnSpc>
            </a:pPr>
            <a:endParaRPr lang="en-US" sz="1168" dirty="0">
              <a:solidFill>
                <a:schemeClr val="tx2"/>
              </a:solidFill>
            </a:endParaRPr>
          </a:p>
        </p:txBody>
      </p:sp>
    </p:spTree>
    <p:custDataLst>
      <p:tags r:id="rId1"/>
    </p:custDataLst>
    <p:extLst>
      <p:ext uri="{BB962C8B-B14F-4D97-AF65-F5344CB8AC3E}">
        <p14:creationId xmlns:p14="http://schemas.microsoft.com/office/powerpoint/2010/main" val="35629799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TEVERSIONHASH" val="oEPR7013YDACV1OW/yTvP98MGmsri81YEpjyvw3k9LM="/>
  <p:tag name="TEMPLATEVERSIONDATE" val="10/25/2019 15:18:15"/>
  <p:tag name="TEMPLATENAME" val="PitchPRO+"/>
  <p:tag name="PITCHPROSLIDECOUNT" val="2"/>
  <p:tag name="SLIDEMASTERBRANDLOGORIGHT" val="779.76"/>
  <p:tag name="SLIDEMASTERBRANDLOGOBOTTOM" val="559.44"/>
  <p:tag name="SLIDEMASTERBRANDLOGOHEIGHT" val="22.32"/>
  <p:tag name="SLIDEMASTERBRANDLOGOWIDTH" val="102.96"/>
  <p:tag name="ISROOTUNDO" val=""/>
  <p:tag name="SKIPCONVERSIONCHECK" val="true"/>
  <p:tag name="CONTENTLIBRARY" val="25232af7-736d-4928-93a7-3c7ce97efd42"/>
  <p:tag name="SIZEANDPOSITION" val="0d50b0f8-9899-4e4a-97a7-221586b77d6b"/>
  <p:tag name="REFRESHOPTIONS" val="&lt;?xml version=&quot;1.0&quot; encoding=&quot;utf-16&quot;?&gt;&#10;&lt;PowerpointRefreshOptions xmlns:xsi=&quot;http://www.w3.org/2001/XMLSchema-instance&quot; xmlns:xsd=&quot;http://www.w3.org/2001/XMLSchema&quot;&gt;&#10;  &lt;CoverPageAllElements&gt;true&lt;/CoverPageAllElements&gt;&#10;  &lt;CoverPageBrandLogo&gt;true&lt;/CoverPageBrandLogo&gt;&#10;  &lt;CoverPageClientLogo&gt;true&lt;/CoverPageClientLogo&gt;&#10;  &lt;CoverPageDate&gt;true&lt;/CoverPageDate&gt;&#10;  &lt;CoverPageJointPitchLogo&gt;true&lt;/CoverPageJointPitchLogo&gt;&#10;  &lt;CoverPageVerticalTextRunner&gt;true&lt;/CoverPageVerticalTextRunner&gt;&#10;  &lt;ShowCoverPage&gt;true&lt;/ShowCoverPage&gt;&#10;  &lt;ShowDisclaimer&gt;true&lt;/ShowDisclaimer&gt;&#10;  &lt;TemplateLayoutAllElements&gt;true&lt;/TemplateLayoutAllElements&gt;&#10;  &lt;ForceRefresh&gt;false&lt;/ForceRefresh&gt;&#10;  &lt;CoverPageSubTitle&gt;true&lt;/CoverPageSubTitle&gt;&#10;  &lt;CoverPageTitle&gt;true&lt;/CoverPageTitle&gt;&#10;  &lt;ShowAgenda&gt;true&lt;/ShowAgenda&gt;&#10;  &lt;TemplatePageLabel&gt;true&lt;/TemplatePageLabel&gt;&#10;  &lt;TemplateVerticalRunner&gt;true&lt;/TemplateVerticalRunner&gt;&#10;&lt;/PowerpointRefreshOptions&gt;"/>
  <p:tag name="ISUNDOENTRY" val=""/>
  <p:tag name="PITCHPROPROPERTIES" val="WXMfvE09DOs/mOl3u2AQ27QcgezyWkN+AkNAGXAeBoJKuBgxGBLGhI25m9bRHcM9RQscs7I4QY855HmZ9wiaScAkUiOahXjpa1GKbzxmDEgaRBFj1zbbNiHbJmtUv1DL609CXp4T5pMYpHCyOsiSfF8m1Ewd7e9Ul0r6wpaN5snm+kgLZOP8JKF1hv7kQD68zePpF4CHYvR4U9v1KCnkRXPe9cGBqoHIVzS4uiFBaX6FZuSb3bbgBcbiqr1rYEWwYF8jf8azIl5HPE/gAmNADkEljo1X/k0tHOSo3cRUt5y7ELLuubMobIvHRWXfymwJHSKP2795UlXiF04xtOvglG+JVAyzHw51eDyYadLvZRmxbcTRyg+tzofSEDUlmZcpAcL4kw507X7LqBdfoSXA93bvW2wjspIGGbmE2lYDoV5hFqURnw0EhLrzBVRqdqTEBg1eRVT1bJ+T63ON6+aYG1fS8ZKmHiIHFCNaYSMiFJhEfS7fgUgPVhrVWUxf2+OvOzbvJQZK8I29SHHm4H+/xCNITFEm/hamP7FeDF+j4MzTF/DY7pc/ID0CrwiQCeG6Q3ZbkYN9kw0o43kW6Qbdu+f5CAWHmEpq3so6opFXGHCIryG48dQJbTN7+RLxYoT92IlmY9cLnVg9l9DCwhF/f2iDZIf08IVowzJEguOyNt9w6Ia9jRIOwC5jUU9opnac8J4P9lPqTMZvLPgqpzFp84dej+azc4+PEbN+tlGIrwSvYVjJyvIKNT7lkvI9cvZPyJwhjEGnRaQqCxBo9SdeQvhyXb5m+K9N+NR7BWCqz/JSEV/Q37+6ZUPnBtT6cqJWkQ+nWpDks6rW7wvD0rcOL6xdN8Z6kmAynLmmv8V2poX2PesDqyBmP2TVfG4iwcBasTM3qqePhXPilyhL29VswD7M7zM/XYHLk58FQFlnI7+5m2UdTo/6UsqFC4i0x5rYtj60pko41HWMakxlfJUPX7MV3lbNZYZgDEXAnQyNO65Yc0tol0600ZJp6OXj/ggW1JeZ6cznfwrlpQBo4UwVxTWi5oHZEk/ImHbvuNYKGJCxNLw4+kR1zwQoZ0q83yPKwijhVyqbNtuyGAaTk/lDotoEJFCwGsMpMKEWpN4tAchKBEMsK/N3bzTos7Gd3IDvHQrXo13Q6YoNoRIw2VT3BbTGmRmCMLXx/FzFvknKX8JRXJzmadUbvlm8ymH6FRyMxRW+snvbqrqp8tq3umEZcudJA59gl64VL74/rXzf/o0ns/uyDUErpJoRJWuOYS+WjBLYLwsVSYAuU1tHv7N4eczqZPJFbAyUDTgaE6e8SITb5uK+oKRnm743yS+KK83U5+D0tPdgwmVUmQMLS8l9KBRNm/FP0zjXoGjzsItd+ioL8M6OrkJt1GUV8f3xzTQ0PIC1o+BZNIYxkzdxjP6SB6L3Se3by6Hi5y9p5iOpKvwF1NotQfi9sKRE8MSZ16P8Bmmtc0IqmEOTnz9eg/VYzzfJqMr6EIrlz3XRnPpzvNcc/4xnXDQmF0QL+8azIw3S3facSDcfrmnUdf2cKO63NcmZYWsNEjcvmjLx/fX/Lq13Uj3a9N9d/tB1ZiyhL+jczHAN+n+qI5aNNQmWHe4G+Czgq4MKsQ1ZJb/7ctXbcyqnJnsJyFHCYUsKYKaseAWiuLMJV2uTDMEqg7K52L1fdMFvZ5CNUe68vnq7cax0HmSlZcvdXLSnJVq5ErZyrKpE5opqm7Y7sJktZo3SqpeORyvG4A9BL4hZzkVg11kTrI0HvzQNx887fFHr+i1tOrEbrQ2cdGmrgdeaM9ahl7EVdvLN36+RXzMmhH1EfmfbRUrwnyClXO5k/E6puLBMwmQmrFixa6Q1ELmCeH5A9F/3PWAu9xLkjF0D/rrQpSZoTQX8wIhPrrmi1NrILRxVPRpGqoRfKpF+QzdeNK79eu3dy+KvC6NRW+/9Cz3gRY7nxGD75opy3EO1Ql5TSXM3PopmaboQwxT97Z5GZWMwC66kmnT9JXiYjMhwZWvqEzMrCiOCkfsXy4gX4zgzh/YVin6O70KgjxLrsHVdXxT88izm9qBqMuRfCqkN8BjCg8FeAQPw4KvgWeggCc+nLsSnMjGjEsDfPC5+Uy2bT2lUEwBq31GpV+6l0eN0MDcRWmf/qN5vcLG7zPszotglyDtlF2jiBNAkGdprcF0xbLPHyxx73J1VHQ72LXrOiYB9FoxoQOEqeGCOvS3aRduJAZJfOynCKyu4HQUrKz/qR8UIlxEETE3K7SAyZaIjn3ezYSD6JjdpyvaWsLBQLn/6y++m9pLXtfubhX3/YY6fhgsMDqixDhxVq0IU28b4cJB84gTrF+11NNZ9s1yvF8HGtc1C1KvbsQykdTSuN2X5YyyXbvXPBXBORRbJfjjST94sT5gNS81awCNBzwZ6k//PLgYNLLAEvZBXNkS9Y657vNyNb5rb0x7IeFzS5c6YOl1yDXBEiZ582Afxbcd/D0/slBquJ4phRomDISyvJty4hgzBG8qADMC0gwOKkQmLzXGCeCezhCOnc7Fr0xVQgAx4qBALHOYPrHPoxH075gNjBfboLP9Kk8eqAvfOk41c+abP+EWSI2CnzgVn/vw7UA/a5KszXyimESn811n0JuMk7HPYWfwwDVvhhQtNAi3KDQtkE7j68jXo/L06HzrzRYs7YzPSZUWSkG5kcbQfbdKTUNxaJzdDJsNikK8jrD6cPxrDFI7bpS+9DOhLPw3W0JZQV952FKIw4sUXLvSqw/dhNDW4jsOBqwQMJSG7wq7aZtT9kteEZCM/M+1YP+XdKSHBQJw4F6QT/jZO+WzUJlBz1/1gnjOeFwOmFT8ZI/aOQsQnPxe+ySqTKX96hMVllQnvdB9xWvYdATLTOvoPY3mxa+3MwpeKlVWKQtldgeV+8N2zW0mPbSbXjD4Uu3B/8FQA4NBScDoeRhmZFwY4qlzgRqlyGQHyl3zw3h+UDe8j/0pMOn/3Wuez6IeQ4gM69Ewg/ZGShUJArMBEP3qyfv0thq6YbRtVlNxDCoT7eSxuPU+WLW2akXgimBHpLsuY0A3ZIHOdLtXe4s2g/XsA0i2ndOsy73FnEVrtTgPbCRlZ1eETnNMtp6+pHSC8Dew3z99GuxQgZcKs"/>
</p:tagLst>
</file>

<file path=ppt/tags/tag2.xml><?xml version="1.0" encoding="utf-8"?>
<p:tagLst xmlns:a="http://schemas.openxmlformats.org/drawingml/2006/main" xmlns:r="http://schemas.openxmlformats.org/officeDocument/2006/relationships" xmlns:p="http://schemas.openxmlformats.org/presentationml/2006/main">
  <p:tag name="SHAPETYPE" val="ConfidentialInternal"/>
</p:tagLst>
</file>

<file path=ppt/tags/tag3.xml><?xml version="1.0" encoding="utf-8"?>
<p:tagLst xmlns:a="http://schemas.openxmlformats.org/drawingml/2006/main" xmlns:r="http://schemas.openxmlformats.org/officeDocument/2006/relationships" xmlns:p="http://schemas.openxmlformats.org/presentationml/2006/main">
  <p:tag name="SHAPETYPE" val="Confidential"/>
</p:tagLst>
</file>

<file path=ppt/tags/tag4.xml><?xml version="1.0" encoding="utf-8"?>
<p:tagLst xmlns:a="http://schemas.openxmlformats.org/drawingml/2006/main" xmlns:r="http://schemas.openxmlformats.org/officeDocument/2006/relationships" xmlns:p="http://schemas.openxmlformats.org/presentationml/2006/main">
  <p:tag name="MASTERSHAPETYPE" val="ClientName"/>
</p:tagLst>
</file>

<file path=ppt/tags/tag5.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6.xml><?xml version="1.0" encoding="utf-8"?>
<p:tagLst xmlns:a="http://schemas.openxmlformats.org/drawingml/2006/main" xmlns:r="http://schemas.openxmlformats.org/officeDocument/2006/relationships" xmlns:p="http://schemas.openxmlformats.org/presentationml/2006/main">
  <p:tag name="LOGOTYPE" val="CoverGraphic"/>
</p:tagLst>
</file>

<file path=ppt/tags/tag7.xml><?xml version="1.0" encoding="utf-8"?>
<p:tagLst xmlns:a="http://schemas.openxmlformats.org/drawingml/2006/main" xmlns:r="http://schemas.openxmlformats.org/officeDocument/2006/relationships" xmlns:p="http://schemas.openxmlformats.org/presentationml/2006/main">
  <p:tag name="LOGOTYPE" val="BrandLogo"/>
  <p:tag name="JPM_OBJECT_NAME" val="BrandLogo"/>
</p:tagLst>
</file>

<file path=ppt/tags/tag8.xml><?xml version="1.0" encoding="utf-8"?>
<p:tagLst xmlns:a="http://schemas.openxmlformats.org/drawingml/2006/main" xmlns:r="http://schemas.openxmlformats.org/officeDocument/2006/relationships" xmlns:p="http://schemas.openxmlformats.org/presentationml/2006/main">
  <p:tag name="AGENDASHAPE" val="AgendaTitle"/>
</p:tagLst>
</file>

<file path=ppt/tags/tag9.xml><?xml version="1.0" encoding="utf-8"?>
<p:tagLst xmlns:a="http://schemas.openxmlformats.org/drawingml/2006/main" xmlns:r="http://schemas.openxmlformats.org/officeDocument/2006/relationships" xmlns:p="http://schemas.openxmlformats.org/presentationml/2006/main">
  <p:tag name="AGENDASHAPE" val="AgendaNumberingType"/>
</p:tagLst>
</file>

<file path=ppt/tags/tag10.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56"/>
  <p:tag name="PRESENTATIONID" val="a91b9cc0-df25-4e77-a993-c673ccc9c2a6"/>
</p:tagLst>
</file>

<file path=ppt/tags/tag11.xml><?xml version="1.0" encoding="utf-8"?>
<p:tagLst xmlns:a="http://schemas.openxmlformats.org/drawingml/2006/main" xmlns:r="http://schemas.openxmlformats.org/officeDocument/2006/relationships" xmlns:p="http://schemas.openxmlformats.org/presentationml/2006/main">
  <p:tag name="OBJECTTITLESHAPEID" val="13"/>
  <p:tag name="THISSHAPESIZEANDPOSITIONDETAILS" val="top=149.04&amp;left=62.64&amp;height=154.8&amp;width=336.96"/>
</p:tagLst>
</file>

<file path=ppt/tags/tag12.xml><?xml version="1.0" encoding="utf-8"?>
<p:tagLst xmlns:a="http://schemas.openxmlformats.org/drawingml/2006/main" xmlns:r="http://schemas.openxmlformats.org/officeDocument/2006/relationships" xmlns:p="http://schemas.openxmlformats.org/presentationml/2006/main">
  <p:tag name="SHAPENAME" val="PageNote"/>
</p:tagLst>
</file>

<file path=ppt/tags/tag13.xml><?xml version="1.0" encoding="utf-8"?>
<p:tagLst xmlns:a="http://schemas.openxmlformats.org/drawingml/2006/main" xmlns:r="http://schemas.openxmlformats.org/officeDocument/2006/relationships" xmlns:p="http://schemas.openxmlformats.org/presentationml/2006/main">
  <p:tag name="OBJECTTITLESHAPEID" val="13"/>
  <p:tag name="THISSHAPESIZEANDPOSITIONDETAILS" val="top=149.04&amp;left=62.64&amp;height=154.8&amp;width=336.96"/>
</p:tagLst>
</file>

<file path=ppt/tags/tag14.xml><?xml version="1.0" encoding="utf-8"?>
<p:tagLst xmlns:a="http://schemas.openxmlformats.org/drawingml/2006/main" xmlns:r="http://schemas.openxmlformats.org/officeDocument/2006/relationships" xmlns:p="http://schemas.openxmlformats.org/presentationml/2006/main">
  <p:tag name="OBJECTTITLESHAPEID" val="13"/>
  <p:tag name="THISSHAPESIZEANDPOSITIONDETAILS" val="top=149.04&amp;left=62.64&amp;height=154.8&amp;width=336.96"/>
</p:tagLst>
</file>

<file path=ppt/tags/tag15.xml><?xml version="1.0" encoding="utf-8"?>
<p:tagLst xmlns:a="http://schemas.openxmlformats.org/drawingml/2006/main" xmlns:r="http://schemas.openxmlformats.org/officeDocument/2006/relationships" xmlns:p="http://schemas.openxmlformats.org/presentationml/2006/main">
  <p:tag name="OBJECTTITLESHAPEID" val="13"/>
  <p:tag name="THISSHAPESIZEANDPOSITIONDETAILS" val="top=149.04&amp;left=62.64&amp;height=154.8&amp;width=336.96"/>
</p:tagLst>
</file>

<file path=ppt/tags/tag16.xml><?xml version="1.0" encoding="utf-8"?>
<p:tagLst xmlns:a="http://schemas.openxmlformats.org/drawingml/2006/main" xmlns:r="http://schemas.openxmlformats.org/officeDocument/2006/relationships" xmlns:p="http://schemas.openxmlformats.org/presentationml/2006/main">
  <p:tag name="DISTRIBUTIONTYPE" val="External"/>
  <p:tag name="PITCHPROSLIDEID" val="256"/>
  <p:tag name="PRESENTATIONID" val="f6697a79-f97a-4327-b638-8b63a4884870"/>
</p:tagLst>
</file>

<file path=ppt/tags/tag17.xml><?xml version="1.0" encoding="utf-8"?>
<p:tagLst xmlns:a="http://schemas.openxmlformats.org/drawingml/2006/main" xmlns:r="http://schemas.openxmlformats.org/officeDocument/2006/relationships" xmlns:p="http://schemas.openxmlformats.org/presentationml/2006/main">
  <p:tag name="THISSHAPESIZEANDPOSITIONDETAILS" val="top=165.6&amp;left=37.44&amp;height=572.46&amp;width=717.12"/>
</p:tagLst>
</file>

<file path=ppt/theme/theme1.xml><?xml version="1.0" encoding="utf-8"?>
<a:theme xmlns:a="http://schemas.openxmlformats.org/drawingml/2006/main" name="PP+ UnifiedGIB - A4">
  <a:themeElements>
    <a:clrScheme name="PitchPRO+">
      <a:dk1>
        <a:srgbClr val="000000"/>
      </a:dk1>
      <a:lt1>
        <a:srgbClr val="FFFFFF"/>
      </a:lt1>
      <a:dk2>
        <a:srgbClr val="6D6E6A"/>
      </a:dk2>
      <a:lt2>
        <a:srgbClr val="478FBF"/>
      </a:lt2>
      <a:accent1>
        <a:srgbClr val="0069A3"/>
      </a:accent1>
      <a:accent2>
        <a:srgbClr val="818A37"/>
      </a:accent2>
      <a:accent3>
        <a:srgbClr val="7DBAC4"/>
      </a:accent3>
      <a:accent4>
        <a:srgbClr val="5A5397"/>
      </a:accent4>
      <a:accent5>
        <a:srgbClr val="7E776F"/>
      </a:accent5>
      <a:accent6>
        <a:srgbClr val="AD670D"/>
      </a:accent6>
      <a:hlink>
        <a:srgbClr val="478FBF"/>
      </a:hlink>
      <a:folHlink>
        <a:srgbClr val="A6B640"/>
      </a:folHlink>
    </a:clrScheme>
    <a:fontScheme name="Pitchbook-US">
      <a:majorFont>
        <a:latin typeface="Arial"/>
        <a:ea typeface="LF_Kai"/>
        <a:cs typeface=""/>
      </a:majorFont>
      <a:minorFont>
        <a:latin typeface="Arial"/>
        <a:ea typeface="LF_Ka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tx2"/>
          </a:solidFill>
        </a:ln>
        <a:extLst>
          <a:ext uri="{909E8E84-426E-40DD-AFC4-6F175D3DCCD1}">
            <a14:hiddenFill xmlns:a14="http://schemas.microsoft.com/office/drawing/2010/main">
              <a:solidFill>
                <a:scrgbClr r="0" g="0" b="0"/>
              </a:solidFill>
            </a14:hiddenFill>
          </a:ext>
        </a:extLst>
      </a:spPr>
      <a:bodyPr rot="0" spcFirstLastPara="0" vertOverflow="overflow" horzOverflow="overflow" vert="horz" wrap="square" lIns="91440" tIns="45720" rIns="91440" bIns="45720" numCol="1" spcCol="0" rtlCol="0" fromWordArt="0" anchor="ctr" anchorCtr="0" forceAA="0" compatLnSpc="0">
        <a:prstTxWarp prst="textNoShape">
          <a:avLst/>
        </a:prstTxWarp>
        <a:noAutofit/>
      </a:bodyPr>
      <a:lstStyle>
        <a:defPPr>
          <a:lnSpc>
            <a:spcPct val="110000"/>
          </a:lnSpc>
          <a:defRPr sz="1200" dirty="0" smtClean="0">
            <a:solidFill>
              <a:schemeClr val="tx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1440" tIns="45720" rIns="91440" bIns="45720" rtlCol="0" anchor="t">
        <a:spAutoFit/>
      </a:bodyPr>
      <a:lstStyle>
        <a:defPPr algn="l">
          <a:lnSpc>
            <a:spcPct val="110000"/>
          </a:lnSpc>
          <a:defRPr sz="1200" b="0" i="0" dirty="0" smtClean="0">
            <a:solidFill>
              <a:schemeClr val="tx2"/>
            </a:solidFill>
            <a:latin typeface="Arial"/>
          </a:defRPr>
        </a:defPPr>
      </a:lstStyle>
    </a:txDef>
  </a:objectDefaults>
  <a:extraClrSchemeLst>
    <a:extraClrScheme>
      <a:clrScheme name="PitchPRO+">
        <a:dk1>
          <a:srgbClr val="000000"/>
        </a:dk1>
        <a:lt1>
          <a:srgbClr val="FFFFFF"/>
        </a:lt1>
        <a:dk2>
          <a:srgbClr val="6D6E6A"/>
        </a:dk2>
        <a:lt2>
          <a:srgbClr val="478FBF"/>
        </a:lt2>
        <a:accent1>
          <a:srgbClr val="0069A3"/>
        </a:accent1>
        <a:accent2>
          <a:srgbClr val="818A37"/>
        </a:accent2>
        <a:accent3>
          <a:srgbClr val="7DBAC4"/>
        </a:accent3>
        <a:accent4>
          <a:srgbClr val="5A5397"/>
        </a:accent4>
        <a:accent5>
          <a:srgbClr val="7E776F"/>
        </a:accent5>
        <a:accent6>
          <a:srgbClr val="AD670D"/>
        </a:accent6>
        <a:hlink>
          <a:srgbClr val="478FBF"/>
        </a:hlink>
        <a:folHlink>
          <a:srgbClr val="A6B640"/>
        </a:folHlink>
      </a:clrScheme>
    </a:extraClrScheme>
  </a:extraClrSchemeLst>
  <a:custClrLst>
    <a:custClr name="Teal. RGB(0,124,136)">
      <a:srgbClr val="007C88"/>
    </a:custClr>
    <a:custClr name="Ocher. RGB(185,157,48)">
      <a:srgbClr val="B99D30"/>
    </a:custClr>
    <a:custClr name="Eggplant. RGB(41,39,94)">
      <a:srgbClr val="29275E"/>
    </a:custClr>
    <a:custClr name="Ice Blue. RGB(176,204,216)">
      <a:srgbClr val="B0CCD8"/>
    </a:custClr>
    <a:custClr name="Moss. RGB(75,94,54)">
      <a:srgbClr val="4B5E36"/>
    </a:custClr>
    <a:custClr name="Warm Grey. RGB(172, 166, 162)">
      <a:srgbClr val="ACA6A2"/>
    </a:custClr>
    <a:custClr name="Deep Blue. RGB(0,65,106)">
      <a:srgbClr val="00416A"/>
    </a:custClr>
    <a:custClr name="Sand. RGB(222,203,117)">
      <a:srgbClr val="DECB75"/>
    </a:custClr>
    <a:custClr name="Cranberry. RGB(96,0,59)">
      <a:srgbClr val="60003B"/>
    </a:custClr>
    <a:custClr name="Lilac. RGB(143,146,200)">
      <a:srgbClr val="8F92C8"/>
    </a:custClr>
    <a:custClr name="Light Warm Grey. RGB(217,213,205)">
      <a:srgbClr val="D9D5CD"/>
    </a:custClr>
    <a:custClr name="Light Mauve. RGB(204,183,207)">
      <a:srgbClr val="CCB7CF"/>
    </a:custClr>
    <a:custClr name="Light Cool Grey. RGB(175,177,179)">
      <a:srgbClr val="AFB1B3"/>
    </a:custClr>
    <a:custClr name="Dark Ash. RGB(85,87,89)">
      <a:srgbClr val="555759"/>
    </a:custClr>
    <a:custClr name="Dark Ocher. RGB(163,129,35)">
      <a:srgbClr val="A38123"/>
    </a:custClr>
    <a:custClr name="Mauve. RGB(163, 136, 191)">
      <a:srgbClr val="A388BF"/>
    </a:custClr>
    <a:custClr name="Dark Orange. RGB(139,70,13)">
      <a:srgbClr val="8B460D"/>
    </a:custClr>
    <a:custClr name="Orange. RGB(237,134,0)">
      <a:srgbClr val="ED8600"/>
    </a:custClr>
    <a:custClr name="Lime. RGB(166,182,64)">
      <a:srgbClr val="A6B640"/>
    </a:custClr>
    <a:custClr name="Map Grey. RGB(221,220,219)">
      <a:srgbClr val="DDDCDB"/>
    </a:custClr>
    <a:custClr name="Red. RGB(227,39,38)">
      <a:srgbClr val="E32726"/>
    </a:custClr>
    <a:custClr name="Yellow. RGB(255,207,1)">
      <a:srgbClr val="FFCF01"/>
    </a:custClr>
    <a:custClr name="Green. RGB(0,171,78)">
      <a:srgbClr val="00AB4E"/>
    </a:custClr>
    <a:custClr name="Asia Red. RGB(186,12,47)">
      <a:srgbClr val="BA0C2F"/>
    </a:custClr>
    <a:custClr name="Neutral Grey. RGB(233,231,229)">
      <a:srgbClr val="E9E7E5"/>
    </a:custClr>
    <a:custClr name="40% of Ice Blue. RGB(208, 224, 232)">
      <a:srgbClr val="D0E0E8"/>
    </a:custClr>
    <a:custClr name="40% Sand. RGB(235, 224, 172)">
      <a:srgbClr val="EBE0AC"/>
    </a:custClr>
    <a:custClr name="40% Lilac. RGB(188, 190, 222)">
      <a:srgbClr val="BCBEDE"/>
    </a:custClr>
    <a:custClr name="H- Glacier Blue. RGB(221,234,237)">
      <a:srgbClr val="DDEAED"/>
    </a:custClr>
  </a:custClrLst>
  <a:extLst>
    <a:ext uri="{05A4C25C-085E-4340-85A3-A5531E510DB2}">
      <thm15:themeFamily xmlns:thm15="http://schemas.microsoft.com/office/thememl/2012/main" name="56b5bb0d-2f61-4d54-8cbf-2c285620e792.potx" id="{F6E0622A-2784-44F4-99C7-15C7C0F5D709}" vid="{0ED3CDAB-2188-4B27-AEDC-194B090485E6}"/>
    </a:ext>
  </a:extLst>
</a:theme>
</file>

<file path=docProps/app.xml><?xml version="1.0" encoding="utf-8"?>
<Properties xmlns="http://schemas.openxmlformats.org/officeDocument/2006/extended-properties" xmlns:vt="http://schemas.openxmlformats.org/officeDocument/2006/docPropsVTypes">
  <Template>Template_UnifiedGIB_A4</Template>
  <TotalTime>91</TotalTime>
  <Words>400</Words>
  <Application>Microsoft Office PowerPoint</Application>
  <PresentationFormat>Custom</PresentationFormat>
  <Paragraphs>32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Arial Narrow</vt:lpstr>
      <vt:lpstr>LF_Kai</vt:lpstr>
      <vt:lpstr>Times New Roman</vt:lpstr>
      <vt:lpstr>Wingdings</vt:lpstr>
      <vt:lpstr>PP+ UnifiedGIB - A4</vt:lpstr>
      <vt:lpstr>HappyHour Co. Company Profile</vt:lpstr>
      <vt:lpstr>Overview of auction process and key workstreams</vt:lpstr>
    </vt:vector>
  </TitlesOfParts>
  <Company>JPMorgan Chase &amp; Co.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HappyHour Co</dc:title>
  <dc:creator>Pasupathy, Gan (CIB IBC, AUS)</dc:creator>
  <cp:lastModifiedBy>madhav madupu</cp:lastModifiedBy>
  <cp:revision>23</cp:revision>
  <dcterms:created xsi:type="dcterms:W3CDTF">2020-04-17T12:29:06Z</dcterms:created>
  <dcterms:modified xsi:type="dcterms:W3CDTF">2025-11-27T06:25:29Z</dcterms:modified>
</cp:coreProperties>
</file>